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Anton"/>
      <p:regular r:id="rId26"/>
    </p:embeddedFont>
    <p:embeddedFont>
      <p:font typeface="Poppins"/>
      <p:regular r:id="rId27"/>
      <p:bold r:id="rId28"/>
      <p:italic r:id="rId29"/>
      <p:boldItalic r:id="rId30"/>
    </p:embeddedFont>
    <p:embeddedFont>
      <p:font typeface="Barlow Condensed"/>
      <p:regular r:id="rId31"/>
      <p:bold r:id="rId32"/>
      <p:italic r:id="rId33"/>
      <p:boldItalic r:id="rId34"/>
    </p:embeddedFont>
    <p:embeddedFont>
      <p:font typeface="Hind Siliguri"/>
      <p:regular r:id="rId35"/>
      <p:bold r:id="rId36"/>
    </p:embeddedFont>
    <p:embeddedFont>
      <p:font typeface="Homemade Apple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95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952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nton-regular.fntdata"/><Relationship Id="rId25" Type="http://schemas.openxmlformats.org/officeDocument/2006/relationships/slide" Target="slides/slide19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arlowCondensed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BarlowCondensed-italic.fntdata"/><Relationship Id="rId10" Type="http://schemas.openxmlformats.org/officeDocument/2006/relationships/slide" Target="slides/slide4.xml"/><Relationship Id="rId32" Type="http://schemas.openxmlformats.org/officeDocument/2006/relationships/font" Target="fonts/BarlowCondensed-bold.fntdata"/><Relationship Id="rId13" Type="http://schemas.openxmlformats.org/officeDocument/2006/relationships/slide" Target="slides/slide7.xml"/><Relationship Id="rId35" Type="http://schemas.openxmlformats.org/officeDocument/2006/relationships/font" Target="fonts/HindSiliguri-regular.fntdata"/><Relationship Id="rId12" Type="http://schemas.openxmlformats.org/officeDocument/2006/relationships/slide" Target="slides/slide6.xml"/><Relationship Id="rId34" Type="http://schemas.openxmlformats.org/officeDocument/2006/relationships/font" Target="fonts/BarlowCondensed-boldItalic.fntdata"/><Relationship Id="rId15" Type="http://schemas.openxmlformats.org/officeDocument/2006/relationships/slide" Target="slides/slide9.xml"/><Relationship Id="rId37" Type="http://schemas.openxmlformats.org/officeDocument/2006/relationships/font" Target="fonts/HomemadeApple-regular.fntdata"/><Relationship Id="rId14" Type="http://schemas.openxmlformats.org/officeDocument/2006/relationships/slide" Target="slides/slide8.xml"/><Relationship Id="rId36" Type="http://schemas.openxmlformats.org/officeDocument/2006/relationships/font" Target="fonts/HindSiliguri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5f37c2918e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5f37c2918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8248bad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d8248bad2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5f37c2918e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5f37c2918e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5f37c2918e_0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5f37c2918e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5f37c2918e_0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5f37c2918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752448b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752448b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734f79fa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9734f79fa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752448b9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752448b9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5f37c2918e_0_1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5f37c2918e_0_1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752448b9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752448b9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734f79fae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9734f79fa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734f79fae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9734f79fa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9734f79fa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9734f79fa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9734f79fae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9734f79fa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8248bad2d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d8248bad2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8248bad2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d8248bad2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5f37c2918e_0_12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5f37c2918e_0_1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mania.com/" TargetMode="External"/><Relationship Id="rId3" Type="http://schemas.openxmlformats.org/officeDocument/2006/relationships/image" Target="../media/image6.png"/><Relationship Id="rId4" Type="http://schemas.openxmlformats.org/officeDocument/2006/relationships/hyperlink" Target="https://slidesmania.com/questions-powerpoint-google-slides/can-i-use-these-templates/" TargetMode="External"/><Relationship Id="rId11" Type="http://schemas.openxmlformats.org/officeDocument/2006/relationships/hyperlink" Target="https://www.instagram.com/slidesmania/" TargetMode="External"/><Relationship Id="rId10" Type="http://schemas.openxmlformats.org/officeDocument/2006/relationships/image" Target="../media/image5.png"/><Relationship Id="rId12" Type="http://schemas.openxmlformats.org/officeDocument/2006/relationships/image" Target="../media/image3.png"/><Relationship Id="rId9" Type="http://schemas.openxmlformats.org/officeDocument/2006/relationships/hyperlink" Target="https://www.pinterest.com/slidesmania/" TargetMode="External"/><Relationship Id="rId5" Type="http://schemas.openxmlformats.org/officeDocument/2006/relationships/hyperlink" Target="https://www.facebook.com/SlidesManiaSM/" TargetMode="External"/><Relationship Id="rId6" Type="http://schemas.openxmlformats.org/officeDocument/2006/relationships/image" Target="../media/image2.png"/><Relationship Id="rId7" Type="http://schemas.openxmlformats.org/officeDocument/2006/relationships/hyperlink" Target="https://twitter.com/SlidesManiaSM/" TargetMode="External"/><Relationship Id="rId8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blue">
  <p:cSld name="CUSTOM_4">
    <p:bg>
      <p:bgPr>
        <a:solidFill>
          <a:schemeClr val="accent3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"/>
          <p:cNvGrpSpPr/>
          <p:nvPr/>
        </p:nvGrpSpPr>
        <p:grpSpPr>
          <a:xfrm rot="-5935227">
            <a:off x="-323919" y="318047"/>
            <a:ext cx="2860401" cy="2464480"/>
            <a:chOff x="8637977" y="-318719"/>
            <a:chExt cx="3554023" cy="3062094"/>
          </a:xfrm>
        </p:grpSpPr>
        <p:pic>
          <p:nvPicPr>
            <p:cNvPr id="14" name="Google Shape;14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721644" y="90949"/>
              <a:ext cx="2470356" cy="24703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3"/>
            <p:cNvSpPr/>
            <p:nvPr/>
          </p:nvSpPr>
          <p:spPr>
            <a:xfrm>
              <a:off x="9797544" y="1303375"/>
              <a:ext cx="1440000" cy="1440000"/>
            </a:xfrm>
            <a:prstGeom prst="ellipse">
              <a:avLst/>
            </a:prstGeom>
            <a:noFill/>
            <a:ln cap="flat" cmpd="sng" w="1270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 rot="-7187041">
              <a:off x="10063295" y="-472167"/>
              <a:ext cx="272380" cy="1079996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oogle Shape;17;p3"/>
            <p:cNvGrpSpPr/>
            <p:nvPr/>
          </p:nvGrpSpPr>
          <p:grpSpPr>
            <a:xfrm rot="-7158469">
              <a:off x="10028286" y="-945417"/>
              <a:ext cx="379499" cy="3410943"/>
              <a:chOff x="7865710" y="1022748"/>
              <a:chExt cx="379500" cy="3410953"/>
            </a:xfrm>
          </p:grpSpPr>
          <p:sp>
            <p:nvSpPr>
              <p:cNvPr id="18" name="Google Shape;18;p3"/>
              <p:cNvSpPr/>
              <p:nvPr/>
            </p:nvSpPr>
            <p:spPr>
              <a:xfrm>
                <a:off x="7919311" y="3515101"/>
                <a:ext cx="272400" cy="9186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3"/>
              <p:cNvSpPr/>
              <p:nvPr/>
            </p:nvSpPr>
            <p:spPr>
              <a:xfrm>
                <a:off x="7919310" y="2320346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3"/>
              <p:cNvSpPr/>
              <p:nvPr/>
            </p:nvSpPr>
            <p:spPr>
              <a:xfrm rot="-3340797">
                <a:off x="7919245" y="1879138"/>
                <a:ext cx="272430" cy="273511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7916800" y="1022748"/>
                <a:ext cx="273600" cy="7200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" name="Google Shape;22;p3"/>
          <p:cNvSpPr txBox="1"/>
          <p:nvPr>
            <p:ph type="ctrTitle"/>
          </p:nvPr>
        </p:nvSpPr>
        <p:spPr>
          <a:xfrm>
            <a:off x="2730800" y="2456150"/>
            <a:ext cx="7248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Calibri"/>
              <a:buNone/>
              <a:defRPr sz="9600">
                <a:solidFill>
                  <a:srgbClr val="FFFFFF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None/>
              <a:defRPr sz="9600">
                <a:solidFill>
                  <a:srgbClr val="FFFFFF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None/>
              <a:defRPr sz="9600">
                <a:solidFill>
                  <a:srgbClr val="FFFFFF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None/>
              <a:defRPr sz="9600">
                <a:solidFill>
                  <a:srgbClr val="FFFFFF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None/>
              <a:defRPr sz="9600">
                <a:solidFill>
                  <a:srgbClr val="FFFFFF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None/>
              <a:defRPr sz="9600">
                <a:solidFill>
                  <a:srgbClr val="FFFFFF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None/>
              <a:defRPr sz="9600">
                <a:solidFill>
                  <a:srgbClr val="FFFFFF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None/>
              <a:defRPr sz="9600">
                <a:solidFill>
                  <a:srgbClr val="FFFFFF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None/>
              <a:defRPr sz="9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purple">
  <p:cSld name="CUSTOM_3">
    <p:bg>
      <p:bgPr>
        <a:solidFill>
          <a:schemeClr val="accen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4"/>
          <p:cNvGrpSpPr/>
          <p:nvPr/>
        </p:nvGrpSpPr>
        <p:grpSpPr>
          <a:xfrm rot="-5935227">
            <a:off x="-323919" y="318047"/>
            <a:ext cx="2860401" cy="2464480"/>
            <a:chOff x="8637977" y="-318719"/>
            <a:chExt cx="3554023" cy="3062094"/>
          </a:xfrm>
        </p:grpSpPr>
        <p:pic>
          <p:nvPicPr>
            <p:cNvPr id="26" name="Google Shape;26;p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721644" y="90949"/>
              <a:ext cx="2470356" cy="24703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27;p4"/>
            <p:cNvSpPr/>
            <p:nvPr/>
          </p:nvSpPr>
          <p:spPr>
            <a:xfrm>
              <a:off x="9797544" y="1303375"/>
              <a:ext cx="1440000" cy="1440000"/>
            </a:xfrm>
            <a:prstGeom prst="ellipse">
              <a:avLst/>
            </a:prstGeom>
            <a:noFill/>
            <a:ln cap="flat" cmpd="sng" w="1270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 rot="-7187041">
              <a:off x="10063295" y="-472167"/>
              <a:ext cx="272380" cy="1079996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" name="Google Shape;29;p4"/>
            <p:cNvGrpSpPr/>
            <p:nvPr/>
          </p:nvGrpSpPr>
          <p:grpSpPr>
            <a:xfrm rot="-7158469">
              <a:off x="9989961" y="-879953"/>
              <a:ext cx="379499" cy="3323042"/>
              <a:chOff x="7865710" y="1022748"/>
              <a:chExt cx="379500" cy="3323051"/>
            </a:xfrm>
          </p:grpSpPr>
          <p:sp>
            <p:nvSpPr>
              <p:cNvPr id="30" name="Google Shape;30;p4"/>
              <p:cNvSpPr/>
              <p:nvPr/>
            </p:nvSpPr>
            <p:spPr>
              <a:xfrm>
                <a:off x="7919314" y="3515099"/>
                <a:ext cx="272400" cy="8307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7919310" y="2320346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 rot="-3340797">
                <a:off x="7919245" y="1879138"/>
                <a:ext cx="272430" cy="273511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7916800" y="1022748"/>
                <a:ext cx="273600" cy="7200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" name="Google Shape;34;p4"/>
          <p:cNvSpPr txBox="1"/>
          <p:nvPr>
            <p:ph type="ctrTitle"/>
          </p:nvPr>
        </p:nvSpPr>
        <p:spPr>
          <a:xfrm>
            <a:off x="3203200" y="2155150"/>
            <a:ext cx="7248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  <a:defRPr sz="6000">
                <a:solidFill>
                  <a:srgbClr val="FFFFFF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CUSTOM_2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5"/>
          <p:cNvGrpSpPr/>
          <p:nvPr/>
        </p:nvGrpSpPr>
        <p:grpSpPr>
          <a:xfrm rot="-6558524">
            <a:off x="-124667" y="241065"/>
            <a:ext cx="2365707" cy="2043346"/>
            <a:chOff x="8637977" y="-318719"/>
            <a:chExt cx="3554023" cy="3062094"/>
          </a:xfrm>
        </p:grpSpPr>
        <p:pic>
          <p:nvPicPr>
            <p:cNvPr id="38" name="Google Shape;38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721644" y="90949"/>
              <a:ext cx="2470356" cy="24703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39;p5"/>
            <p:cNvSpPr/>
            <p:nvPr/>
          </p:nvSpPr>
          <p:spPr>
            <a:xfrm>
              <a:off x="9797544" y="1303375"/>
              <a:ext cx="1440000" cy="1440000"/>
            </a:xfrm>
            <a:prstGeom prst="ellipse">
              <a:avLst/>
            </a:prstGeom>
            <a:noFill/>
            <a:ln cap="flat" cmpd="sng" w="1270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5"/>
            <p:cNvSpPr/>
            <p:nvPr/>
          </p:nvSpPr>
          <p:spPr>
            <a:xfrm rot="-7187041">
              <a:off x="10063295" y="-472167"/>
              <a:ext cx="272380" cy="1079996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" name="Google Shape;41;p5"/>
            <p:cNvGrpSpPr/>
            <p:nvPr/>
          </p:nvGrpSpPr>
          <p:grpSpPr>
            <a:xfrm rot="-7158469">
              <a:off x="10009709" y="-913686"/>
              <a:ext cx="379499" cy="3368336"/>
              <a:chOff x="7865710" y="1022748"/>
              <a:chExt cx="379500" cy="3368346"/>
            </a:xfrm>
          </p:grpSpPr>
          <p:sp>
            <p:nvSpPr>
              <p:cNvPr id="42" name="Google Shape;42;p5"/>
              <p:cNvSpPr/>
              <p:nvPr/>
            </p:nvSpPr>
            <p:spPr>
              <a:xfrm>
                <a:off x="7919311" y="3515094"/>
                <a:ext cx="272400" cy="876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>
                <a:off x="7919310" y="2320346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5"/>
              <p:cNvSpPr/>
              <p:nvPr/>
            </p:nvSpPr>
            <p:spPr>
              <a:xfrm rot="-3340797">
                <a:off x="7919245" y="1879138"/>
                <a:ext cx="272430" cy="273511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5"/>
              <p:cNvSpPr/>
              <p:nvPr/>
            </p:nvSpPr>
            <p:spPr>
              <a:xfrm>
                <a:off x="7916800" y="1022748"/>
                <a:ext cx="273600" cy="72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" name="Google Shape;46;p5"/>
          <p:cNvSpPr txBox="1"/>
          <p:nvPr>
            <p:ph type="ctrTitle"/>
          </p:nvPr>
        </p:nvSpPr>
        <p:spPr>
          <a:xfrm>
            <a:off x="2512000" y="450375"/>
            <a:ext cx="70881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7" name="Google Shape;47;p5"/>
          <p:cNvSpPr txBox="1"/>
          <p:nvPr>
            <p:ph idx="1" type="body"/>
          </p:nvPr>
        </p:nvSpPr>
        <p:spPr>
          <a:xfrm>
            <a:off x="3124041" y="1825625"/>
            <a:ext cx="647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1pPr>
            <a:lvl2pPr indent="-349250" lvl="1" marL="914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9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2pPr>
            <a:lvl3pPr indent="-355600" lvl="2" marL="1371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sz="20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3pPr>
            <a:lvl4pPr indent="-342900" lvl="3" marL="1828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4pPr>
            <a:lvl5pPr indent="-342900" lvl="4" marL="22860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5pPr>
            <a:lvl6pPr indent="-342900" lvl="5" marL="27432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6pPr>
            <a:lvl7pPr indent="-342900" lvl="6" marL="3200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7pPr>
            <a:lvl8pPr indent="-342900" lvl="7" marL="3657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8pPr>
            <a:lvl9pPr indent="-342900" lvl="8" marL="4114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9pPr>
          </a:lstStyle>
          <a:p/>
        </p:txBody>
      </p:sp>
      <p:grpSp>
        <p:nvGrpSpPr>
          <p:cNvPr id="48" name="Google Shape;48;p5"/>
          <p:cNvGrpSpPr/>
          <p:nvPr/>
        </p:nvGrpSpPr>
        <p:grpSpPr>
          <a:xfrm flipH="1">
            <a:off x="10550488" y="4930209"/>
            <a:ext cx="1641521" cy="1748762"/>
            <a:chOff x="9338669" y="-318719"/>
            <a:chExt cx="2853331" cy="3062094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721644" y="90949"/>
              <a:ext cx="2470356" cy="24703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Google Shape;50;p5"/>
            <p:cNvSpPr/>
            <p:nvPr/>
          </p:nvSpPr>
          <p:spPr>
            <a:xfrm>
              <a:off x="9797544" y="1303375"/>
              <a:ext cx="1440000" cy="1440000"/>
            </a:xfrm>
            <a:prstGeom prst="ellipse">
              <a:avLst/>
            </a:prstGeom>
            <a:noFill/>
            <a:ln cap="flat" cmpd="sng" w="1270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-7187041">
              <a:off x="10063295" y="-472167"/>
              <a:ext cx="272380" cy="1079996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" name="Google Shape;52;p5"/>
            <p:cNvGrpSpPr/>
            <p:nvPr/>
          </p:nvGrpSpPr>
          <p:grpSpPr>
            <a:xfrm rot="-7158469">
              <a:off x="10360055" y="-708582"/>
              <a:ext cx="379499" cy="2564793"/>
              <a:chOff x="7865710" y="1826294"/>
              <a:chExt cx="379500" cy="2564800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7919311" y="3515094"/>
                <a:ext cx="272400" cy="876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7919310" y="2320346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 rot="-3340797">
                <a:off x="7919245" y="1879138"/>
                <a:ext cx="272430" cy="273511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>
            <p:ph type="ctrTitle"/>
          </p:nvPr>
        </p:nvSpPr>
        <p:spPr>
          <a:xfrm>
            <a:off x="4051000" y="450375"/>
            <a:ext cx="73029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" name="Google Shape;58;p6"/>
          <p:cNvSpPr txBox="1"/>
          <p:nvPr>
            <p:ph idx="1" type="body"/>
          </p:nvPr>
        </p:nvSpPr>
        <p:spPr>
          <a:xfrm>
            <a:off x="7075938" y="1825625"/>
            <a:ext cx="4278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1pPr>
            <a:lvl2pPr indent="-349250" lvl="1" marL="914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9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2pPr>
            <a:lvl3pPr indent="-355600" lvl="2" marL="1371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sz="20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3pPr>
            <a:lvl4pPr indent="-342900" lvl="3" marL="1828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4pPr>
            <a:lvl5pPr indent="-342900" lvl="4" marL="22860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5pPr>
            <a:lvl6pPr indent="-342900" lvl="5" marL="27432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6pPr>
            <a:lvl7pPr indent="-342900" lvl="6" marL="3200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7pPr>
            <a:lvl8pPr indent="-342900" lvl="7" marL="3657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8pPr>
            <a:lvl9pPr indent="-342900" lvl="8" marL="4114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2" type="body"/>
          </p:nvPr>
        </p:nvSpPr>
        <p:spPr>
          <a:xfrm>
            <a:off x="2425600" y="1825625"/>
            <a:ext cx="4278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1pPr>
            <a:lvl2pPr indent="-349250" lvl="1" marL="914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9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2pPr>
            <a:lvl3pPr indent="-355600" lvl="2" marL="1371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sz="20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3pPr>
            <a:lvl4pPr indent="-342900" lvl="3" marL="1828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4pPr>
            <a:lvl5pPr indent="-342900" lvl="4" marL="22860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5pPr>
            <a:lvl6pPr indent="-342900" lvl="5" marL="27432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6pPr>
            <a:lvl7pPr indent="-342900" lvl="6" marL="3200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7pPr>
            <a:lvl8pPr indent="-342900" lvl="7" marL="3657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8pPr>
            <a:lvl9pPr indent="-342900" lvl="8" marL="4114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9pPr>
          </a:lstStyle>
          <a:p/>
        </p:txBody>
      </p:sp>
      <p:grpSp>
        <p:nvGrpSpPr>
          <p:cNvPr id="60" name="Google Shape;60;p6"/>
          <p:cNvGrpSpPr/>
          <p:nvPr/>
        </p:nvGrpSpPr>
        <p:grpSpPr>
          <a:xfrm rot="-6558524">
            <a:off x="-124667" y="241065"/>
            <a:ext cx="2365707" cy="2043346"/>
            <a:chOff x="8637977" y="-318719"/>
            <a:chExt cx="3554023" cy="3062094"/>
          </a:xfrm>
        </p:grpSpPr>
        <p:pic>
          <p:nvPicPr>
            <p:cNvPr id="61" name="Google Shape;61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721644" y="90949"/>
              <a:ext cx="2470356" cy="24703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6"/>
            <p:cNvSpPr/>
            <p:nvPr/>
          </p:nvSpPr>
          <p:spPr>
            <a:xfrm>
              <a:off x="9797544" y="1303375"/>
              <a:ext cx="1440000" cy="1440000"/>
            </a:xfrm>
            <a:prstGeom prst="ellipse">
              <a:avLst/>
            </a:prstGeom>
            <a:noFill/>
            <a:ln cap="flat" cmpd="sng" w="1270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6"/>
            <p:cNvSpPr/>
            <p:nvPr/>
          </p:nvSpPr>
          <p:spPr>
            <a:xfrm rot="-7187041">
              <a:off x="10063295" y="-472167"/>
              <a:ext cx="272380" cy="1079996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" name="Google Shape;64;p6"/>
            <p:cNvGrpSpPr/>
            <p:nvPr/>
          </p:nvGrpSpPr>
          <p:grpSpPr>
            <a:xfrm rot="-7158469">
              <a:off x="10009709" y="-913686"/>
              <a:ext cx="379499" cy="3368336"/>
              <a:chOff x="7865710" y="1022748"/>
              <a:chExt cx="379500" cy="3368346"/>
            </a:xfrm>
          </p:grpSpPr>
          <p:sp>
            <p:nvSpPr>
              <p:cNvPr id="65" name="Google Shape;65;p6"/>
              <p:cNvSpPr/>
              <p:nvPr/>
            </p:nvSpPr>
            <p:spPr>
              <a:xfrm>
                <a:off x="7919311" y="3515094"/>
                <a:ext cx="272400" cy="876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6"/>
              <p:cNvSpPr/>
              <p:nvPr/>
            </p:nvSpPr>
            <p:spPr>
              <a:xfrm>
                <a:off x="7919310" y="2320346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6"/>
              <p:cNvSpPr/>
              <p:nvPr/>
            </p:nvSpPr>
            <p:spPr>
              <a:xfrm rot="-3340797">
                <a:off x="7919245" y="1879138"/>
                <a:ext cx="272430" cy="273511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6"/>
              <p:cNvSpPr/>
              <p:nvPr/>
            </p:nvSpPr>
            <p:spPr>
              <a:xfrm>
                <a:off x="7916800" y="1022748"/>
                <a:ext cx="273600" cy="72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/>
          <p:nvPr>
            <p:ph type="ctrTitle"/>
          </p:nvPr>
        </p:nvSpPr>
        <p:spPr>
          <a:xfrm>
            <a:off x="4051000" y="450375"/>
            <a:ext cx="73029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8314208" y="1825625"/>
            <a:ext cx="3039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1pPr>
            <a:lvl2pPr indent="-349250" lvl="1" marL="914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9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2pPr>
            <a:lvl3pPr indent="-355600" lvl="2" marL="1371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sz="20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3pPr>
            <a:lvl4pPr indent="-342900" lvl="3" marL="1828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4pPr>
            <a:lvl5pPr indent="-342900" lvl="4" marL="22860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5pPr>
            <a:lvl6pPr indent="-342900" lvl="5" marL="27432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6pPr>
            <a:lvl7pPr indent="-342900" lvl="6" marL="3200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7pPr>
            <a:lvl8pPr indent="-342900" lvl="7" marL="3657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8pPr>
            <a:lvl9pPr indent="-342900" lvl="8" marL="4114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2" type="body"/>
          </p:nvPr>
        </p:nvSpPr>
        <p:spPr>
          <a:xfrm>
            <a:off x="5009908" y="1825625"/>
            <a:ext cx="3039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1pPr>
            <a:lvl2pPr indent="-349250" lvl="1" marL="914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9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2pPr>
            <a:lvl3pPr indent="-355600" lvl="2" marL="1371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sz="20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3pPr>
            <a:lvl4pPr indent="-342900" lvl="3" marL="1828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4pPr>
            <a:lvl5pPr indent="-342900" lvl="4" marL="22860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5pPr>
            <a:lvl6pPr indent="-342900" lvl="5" marL="27432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6pPr>
            <a:lvl7pPr indent="-342900" lvl="6" marL="3200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7pPr>
            <a:lvl8pPr indent="-342900" lvl="7" marL="3657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8pPr>
            <a:lvl9pPr indent="-342900" lvl="8" marL="4114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3" type="body"/>
          </p:nvPr>
        </p:nvSpPr>
        <p:spPr>
          <a:xfrm>
            <a:off x="1705599" y="1825625"/>
            <a:ext cx="3039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1pPr>
            <a:lvl2pPr indent="-349250" lvl="1" marL="914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9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2pPr>
            <a:lvl3pPr indent="-355600" lvl="2" marL="1371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sz="20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3pPr>
            <a:lvl4pPr indent="-342900" lvl="3" marL="1828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4pPr>
            <a:lvl5pPr indent="-342900" lvl="4" marL="22860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5pPr>
            <a:lvl6pPr indent="-342900" lvl="5" marL="27432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6pPr>
            <a:lvl7pPr indent="-342900" lvl="6" marL="3200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7pPr>
            <a:lvl8pPr indent="-342900" lvl="7" marL="3657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8pPr>
            <a:lvl9pPr indent="-342900" lvl="8" marL="4114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9pPr>
          </a:lstStyle>
          <a:p/>
        </p:txBody>
      </p:sp>
      <p:grpSp>
        <p:nvGrpSpPr>
          <p:cNvPr id="74" name="Google Shape;74;p7"/>
          <p:cNvGrpSpPr/>
          <p:nvPr/>
        </p:nvGrpSpPr>
        <p:grpSpPr>
          <a:xfrm rot="-6558524">
            <a:off x="-124667" y="241065"/>
            <a:ext cx="2365707" cy="2043346"/>
            <a:chOff x="8637977" y="-318719"/>
            <a:chExt cx="3554023" cy="3062094"/>
          </a:xfrm>
        </p:grpSpPr>
        <p:pic>
          <p:nvPicPr>
            <p:cNvPr id="75" name="Google Shape;75;p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721644" y="90949"/>
              <a:ext cx="2470356" cy="24703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7"/>
            <p:cNvSpPr/>
            <p:nvPr/>
          </p:nvSpPr>
          <p:spPr>
            <a:xfrm>
              <a:off x="9797544" y="1303375"/>
              <a:ext cx="1440000" cy="1440000"/>
            </a:xfrm>
            <a:prstGeom prst="ellipse">
              <a:avLst/>
            </a:prstGeom>
            <a:noFill/>
            <a:ln cap="flat" cmpd="sng" w="1270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7"/>
            <p:cNvSpPr/>
            <p:nvPr/>
          </p:nvSpPr>
          <p:spPr>
            <a:xfrm rot="-7187041">
              <a:off x="10063295" y="-472167"/>
              <a:ext cx="272380" cy="1079996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" name="Google Shape;78;p7"/>
            <p:cNvGrpSpPr/>
            <p:nvPr/>
          </p:nvGrpSpPr>
          <p:grpSpPr>
            <a:xfrm rot="-7158469">
              <a:off x="10009709" y="-913686"/>
              <a:ext cx="379499" cy="3368336"/>
              <a:chOff x="7865710" y="1022748"/>
              <a:chExt cx="379500" cy="3368346"/>
            </a:xfrm>
          </p:grpSpPr>
          <p:sp>
            <p:nvSpPr>
              <p:cNvPr id="79" name="Google Shape;79;p7"/>
              <p:cNvSpPr/>
              <p:nvPr/>
            </p:nvSpPr>
            <p:spPr>
              <a:xfrm>
                <a:off x="7919311" y="3515094"/>
                <a:ext cx="272400" cy="876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7"/>
              <p:cNvSpPr/>
              <p:nvPr/>
            </p:nvSpPr>
            <p:spPr>
              <a:xfrm>
                <a:off x="7919310" y="2320346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7"/>
              <p:cNvSpPr/>
              <p:nvPr/>
            </p:nvSpPr>
            <p:spPr>
              <a:xfrm rot="-3340797">
                <a:off x="7919245" y="1879138"/>
                <a:ext cx="272430" cy="273511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>
                <a:off x="7916800" y="1022748"/>
                <a:ext cx="273600" cy="72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/>
          <p:nvPr/>
        </p:nvSpPr>
        <p:spPr>
          <a:xfrm rot="430">
            <a:off x="1256092" y="4983087"/>
            <a:ext cx="1440000" cy="14493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 rot="430">
            <a:off x="1645438" y="1397284"/>
            <a:ext cx="572442" cy="59349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 rot="430">
            <a:off x="-35604" y="522499"/>
            <a:ext cx="1631664" cy="16422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430">
            <a:off x="765710" y="558402"/>
            <a:ext cx="1244071" cy="12521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8"/>
          <p:cNvGrpSpPr/>
          <p:nvPr/>
        </p:nvGrpSpPr>
        <p:grpSpPr>
          <a:xfrm rot="3885204">
            <a:off x="328304" y="531126"/>
            <a:ext cx="137916" cy="973394"/>
            <a:chOff x="8343453" y="1429731"/>
            <a:chExt cx="272401" cy="1930650"/>
          </a:xfrm>
        </p:grpSpPr>
        <p:sp>
          <p:nvSpPr>
            <p:cNvPr id="89" name="Google Shape;89;p8"/>
            <p:cNvSpPr/>
            <p:nvPr/>
          </p:nvSpPr>
          <p:spPr>
            <a:xfrm>
              <a:off x="8343454" y="2624481"/>
              <a:ext cx="272400" cy="7359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8343453" y="1429731"/>
              <a:ext cx="272400" cy="10800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8"/>
          <p:cNvSpPr/>
          <p:nvPr/>
        </p:nvSpPr>
        <p:spPr>
          <a:xfrm rot="3914645">
            <a:off x="478844" y="331124"/>
            <a:ext cx="137820" cy="544596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 rot="430">
            <a:off x="1454300" y="558458"/>
            <a:ext cx="760688" cy="639117"/>
          </a:xfrm>
          <a:prstGeom prst="triangle">
            <a:avLst>
              <a:gd fmla="val 50000" name="adj"/>
            </a:avLst>
          </a:prstGeom>
          <a:noFill/>
          <a:ln cap="flat" cmpd="sng" w="1270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6546614">
            <a:off x="76106" y="1990112"/>
            <a:ext cx="1320193" cy="131341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8"/>
          <p:cNvSpPr/>
          <p:nvPr/>
        </p:nvSpPr>
        <p:spPr>
          <a:xfrm rot="-6546614">
            <a:off x="919673" y="2188935"/>
            <a:ext cx="769556" cy="765602"/>
          </a:xfrm>
          <a:prstGeom prst="ellipse">
            <a:avLst/>
          </a:prstGeom>
          <a:noFill/>
          <a:ln cap="flat" cmpd="sng" w="1270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 rot="7848552">
            <a:off x="306418" y="2788858"/>
            <a:ext cx="145247" cy="57545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8"/>
          <p:cNvGrpSpPr/>
          <p:nvPr/>
        </p:nvGrpSpPr>
        <p:grpSpPr>
          <a:xfrm rot="7877103">
            <a:off x="631864" y="2058800"/>
            <a:ext cx="202357" cy="1790872"/>
            <a:chOff x="7865710" y="1022748"/>
            <a:chExt cx="379500" cy="3360855"/>
          </a:xfrm>
        </p:grpSpPr>
        <p:sp>
          <p:nvSpPr>
            <p:cNvPr id="97" name="Google Shape;97;p8"/>
            <p:cNvSpPr/>
            <p:nvPr/>
          </p:nvSpPr>
          <p:spPr>
            <a:xfrm>
              <a:off x="7919313" y="3515103"/>
              <a:ext cx="272400" cy="8685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7919310" y="2320346"/>
              <a:ext cx="272400" cy="10800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 rot="-3340797">
              <a:off x="7919245" y="1879138"/>
              <a:ext cx="272430" cy="273511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7916800" y="1022748"/>
              <a:ext cx="273600" cy="7200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8"/>
          <p:cNvSpPr/>
          <p:nvPr/>
        </p:nvSpPr>
        <p:spPr>
          <a:xfrm rot="-9811510">
            <a:off x="-17039" y="3398016"/>
            <a:ext cx="373851" cy="37586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9811510">
            <a:off x="477695" y="3611720"/>
            <a:ext cx="1335004" cy="134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8"/>
          <p:cNvSpPr/>
          <p:nvPr/>
        </p:nvSpPr>
        <p:spPr>
          <a:xfrm rot="-9811510">
            <a:off x="128292" y="3545592"/>
            <a:ext cx="747702" cy="751737"/>
          </a:xfrm>
          <a:prstGeom prst="ellipse">
            <a:avLst/>
          </a:prstGeom>
          <a:noFill/>
          <a:ln cap="flat" cmpd="sng" w="1270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 rot="3884771">
            <a:off x="108202" y="5085137"/>
            <a:ext cx="137825" cy="613587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 rot="3884771">
            <a:off x="682966" y="4845243"/>
            <a:ext cx="137825" cy="54447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 rot="3911562">
            <a:off x="96000" y="4778851"/>
            <a:ext cx="137856" cy="54113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 rot="3911562">
            <a:off x="640204" y="4522972"/>
            <a:ext cx="137856" cy="54457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 rot="571780">
            <a:off x="1026242" y="4545891"/>
            <a:ext cx="137254" cy="138569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 rot="3913700">
            <a:off x="1314472" y="4297788"/>
            <a:ext cx="138615" cy="36290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 rot="430">
            <a:off x="1064952" y="4917720"/>
            <a:ext cx="760800" cy="639168"/>
          </a:xfrm>
          <a:prstGeom prst="triangle">
            <a:avLst>
              <a:gd fmla="val 50000" name="adj"/>
            </a:avLst>
          </a:prstGeom>
          <a:noFill/>
          <a:ln cap="flat" cmpd="sng" w="1270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 rot="-9811064">
            <a:off x="1489314" y="3742715"/>
            <a:ext cx="373926" cy="3759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 rot="10800000">
            <a:off x="9492821" y="434615"/>
            <a:ext cx="1440000" cy="1445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8"/>
          <p:cNvGrpSpPr/>
          <p:nvPr/>
        </p:nvGrpSpPr>
        <p:grpSpPr>
          <a:xfrm rot="10800000">
            <a:off x="9971033" y="4689424"/>
            <a:ext cx="2470604" cy="1733970"/>
            <a:chOff x="-170881" y="3167177"/>
            <a:chExt cx="4905886" cy="3431141"/>
          </a:xfrm>
        </p:grpSpPr>
        <p:sp>
          <p:nvSpPr>
            <p:cNvPr id="114" name="Google Shape;114;p8"/>
            <p:cNvSpPr/>
            <p:nvPr/>
          </p:nvSpPr>
          <p:spPr>
            <a:xfrm>
              <a:off x="3598305" y="5083879"/>
              <a:ext cx="1136700" cy="117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260254" y="3358317"/>
              <a:ext cx="3240000" cy="324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6" name="Google Shape;116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51425" y="3429000"/>
              <a:ext cx="2470356" cy="247035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" name="Google Shape;117;p8"/>
            <p:cNvGrpSpPr/>
            <p:nvPr/>
          </p:nvGrpSpPr>
          <p:grpSpPr>
            <a:xfrm rot="3876515">
              <a:off x="803492" y="3256424"/>
              <a:ext cx="272408" cy="2329364"/>
              <a:chOff x="8343445" y="1429731"/>
              <a:chExt cx="272408" cy="2329363"/>
            </a:xfrm>
          </p:grpSpPr>
          <p:sp>
            <p:nvSpPr>
              <p:cNvPr id="118" name="Google Shape;118;p8"/>
              <p:cNvSpPr/>
              <p:nvPr/>
            </p:nvSpPr>
            <p:spPr>
              <a:xfrm>
                <a:off x="8343445" y="2624493"/>
                <a:ext cx="272400" cy="1134600"/>
              </a:xfrm>
              <a:prstGeom prst="roundRect">
                <a:avLst>
                  <a:gd fmla="val 5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8343453" y="1429731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" name="Google Shape;120;p8"/>
            <p:cNvGrpSpPr/>
            <p:nvPr/>
          </p:nvGrpSpPr>
          <p:grpSpPr>
            <a:xfrm rot="3906193">
              <a:off x="795208" y="2666979"/>
              <a:ext cx="272428" cy="2154529"/>
              <a:chOff x="7919310" y="2320346"/>
              <a:chExt cx="272418" cy="2154452"/>
            </a:xfrm>
          </p:grpSpPr>
          <p:sp>
            <p:nvSpPr>
              <p:cNvPr id="121" name="Google Shape;121;p8"/>
              <p:cNvSpPr/>
              <p:nvPr/>
            </p:nvSpPr>
            <p:spPr>
              <a:xfrm>
                <a:off x="7919328" y="3515098"/>
                <a:ext cx="272400" cy="9597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>
                <a:off x="7919310" y="2320346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3" name="Google Shape;123;p8"/>
            <p:cNvSpPr/>
            <p:nvPr/>
          </p:nvSpPr>
          <p:spPr>
            <a:xfrm>
              <a:off x="3218760" y="3429000"/>
              <a:ext cx="1510500" cy="1260900"/>
            </a:xfrm>
            <a:prstGeom prst="triangle">
              <a:avLst>
                <a:gd fmla="val 50000" name="adj"/>
              </a:avLst>
            </a:prstGeom>
            <a:noFill/>
            <a:ln cap="flat" cmpd="sng" w="1270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8"/>
          <p:cNvGrpSpPr/>
          <p:nvPr/>
        </p:nvGrpSpPr>
        <p:grpSpPr>
          <a:xfrm rot="4250162">
            <a:off x="10440866" y="3114535"/>
            <a:ext cx="1835942" cy="1828834"/>
            <a:chOff x="8637977" y="-697418"/>
            <a:chExt cx="3444728" cy="3440793"/>
          </a:xfrm>
        </p:grpSpPr>
        <p:pic>
          <p:nvPicPr>
            <p:cNvPr id="125" name="Google Shape;125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501861" y="-267947"/>
              <a:ext cx="2470356" cy="2470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8"/>
            <p:cNvSpPr/>
            <p:nvPr/>
          </p:nvSpPr>
          <p:spPr>
            <a:xfrm>
              <a:off x="9797544" y="1303375"/>
              <a:ext cx="1440000" cy="1440000"/>
            </a:xfrm>
            <a:prstGeom prst="ellipse">
              <a:avLst/>
            </a:prstGeom>
            <a:noFill/>
            <a:ln cap="flat" cmpd="sng" w="1270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rot="-7188019">
              <a:off x="10393811" y="-1042485"/>
              <a:ext cx="272422" cy="1841933"/>
              <a:chOff x="8343453" y="1429731"/>
              <a:chExt cx="272410" cy="1841854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8343463" y="2624485"/>
                <a:ext cx="272400" cy="647100"/>
              </a:xfrm>
              <a:prstGeom prst="roundRect">
                <a:avLst>
                  <a:gd fmla="val 5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8343453" y="1429731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rot="-7158469">
              <a:off x="10170592" y="-1188496"/>
              <a:ext cx="379499" cy="3737332"/>
              <a:chOff x="7865710" y="1022748"/>
              <a:chExt cx="379500" cy="3737343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7919309" y="3515091"/>
                <a:ext cx="272400" cy="1245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7919310" y="2320346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8"/>
              <p:cNvSpPr/>
              <p:nvPr/>
            </p:nvSpPr>
            <p:spPr>
              <a:xfrm rot="-3340797">
                <a:off x="7919245" y="1879138"/>
                <a:ext cx="272430" cy="273511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>
                <a:off x="7916800" y="1022748"/>
                <a:ext cx="273600" cy="72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5" name="Google Shape;135;p8"/>
          <p:cNvGrpSpPr/>
          <p:nvPr/>
        </p:nvGrpSpPr>
        <p:grpSpPr>
          <a:xfrm rot="985309">
            <a:off x="10363124" y="2000426"/>
            <a:ext cx="1985370" cy="1338568"/>
            <a:chOff x="-681319" y="4341524"/>
            <a:chExt cx="3824670" cy="2571085"/>
          </a:xfrm>
        </p:grpSpPr>
        <p:sp>
          <p:nvSpPr>
            <p:cNvPr id="136" name="Google Shape;136;p8"/>
            <p:cNvSpPr/>
            <p:nvPr/>
          </p:nvSpPr>
          <p:spPr>
            <a:xfrm>
              <a:off x="2423351" y="6017342"/>
              <a:ext cx="720000" cy="7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7" name="Google Shape;137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681319" y="4341524"/>
              <a:ext cx="2571085" cy="25710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8"/>
            <p:cNvSpPr/>
            <p:nvPr/>
          </p:nvSpPr>
          <p:spPr>
            <a:xfrm>
              <a:off x="1268062" y="5221530"/>
              <a:ext cx="1440000" cy="1440000"/>
            </a:xfrm>
            <a:prstGeom prst="ellipse">
              <a:avLst/>
            </a:prstGeom>
            <a:noFill/>
            <a:ln cap="flat" cmpd="sng" w="1270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8"/>
          <p:cNvSpPr/>
          <p:nvPr/>
        </p:nvSpPr>
        <p:spPr>
          <a:xfrm rot="-6919271">
            <a:off x="11802185" y="1388287"/>
            <a:ext cx="137482" cy="301213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 rot="-6919271">
            <a:off x="11368294" y="1473406"/>
            <a:ext cx="137482" cy="544203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 rot="-6892426">
            <a:off x="11844466" y="1716559"/>
            <a:ext cx="137511" cy="2965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 rot="-6892426">
            <a:off x="11411025" y="1794610"/>
            <a:ext cx="137511" cy="54431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 rot="-10230310">
            <a:off x="11025424" y="2177275"/>
            <a:ext cx="137240" cy="13817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 rot="-6890284">
            <a:off x="10736000" y="2200562"/>
            <a:ext cx="138268" cy="362728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 rot="10800000">
            <a:off x="10363161" y="1307499"/>
            <a:ext cx="760800" cy="637263"/>
          </a:xfrm>
          <a:prstGeom prst="triangle">
            <a:avLst>
              <a:gd fmla="val 50000" name="adj"/>
            </a:avLst>
          </a:prstGeom>
          <a:noFill/>
          <a:ln cap="flat" cmpd="sng" w="1270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 rot="985754">
            <a:off x="10325725" y="2741419"/>
            <a:ext cx="373823" cy="37492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>
            <p:ph type="ctrTitle"/>
          </p:nvPr>
        </p:nvSpPr>
        <p:spPr>
          <a:xfrm>
            <a:off x="2419200" y="2235150"/>
            <a:ext cx="7248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1757327" y="5958000"/>
            <a:ext cx="1800000" cy="18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" name="Google Shape;150;p9"/>
          <p:cNvGrpSpPr/>
          <p:nvPr/>
        </p:nvGrpSpPr>
        <p:grpSpPr>
          <a:xfrm>
            <a:off x="-89078" y="-76360"/>
            <a:ext cx="3048640" cy="2534398"/>
            <a:chOff x="-107949" y="2572267"/>
            <a:chExt cx="4842954" cy="4026050"/>
          </a:xfrm>
        </p:grpSpPr>
        <p:sp>
          <p:nvSpPr>
            <p:cNvPr id="151" name="Google Shape;151;p9"/>
            <p:cNvSpPr/>
            <p:nvPr/>
          </p:nvSpPr>
          <p:spPr>
            <a:xfrm>
              <a:off x="3598305" y="5083879"/>
              <a:ext cx="1136700" cy="117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260254" y="3358317"/>
              <a:ext cx="3240000" cy="324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3" name="Google Shape;153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51425" y="3429000"/>
              <a:ext cx="2470356" cy="247035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4" name="Google Shape;154;p9"/>
            <p:cNvGrpSpPr/>
            <p:nvPr/>
          </p:nvGrpSpPr>
          <p:grpSpPr>
            <a:xfrm rot="3876515">
              <a:off x="910823" y="3324287"/>
              <a:ext cx="272401" cy="2091759"/>
              <a:chOff x="8343452" y="1429731"/>
              <a:chExt cx="272401" cy="2091758"/>
            </a:xfrm>
          </p:grpSpPr>
          <p:sp>
            <p:nvSpPr>
              <p:cNvPr id="155" name="Google Shape;155;p9"/>
              <p:cNvSpPr/>
              <p:nvPr/>
            </p:nvSpPr>
            <p:spPr>
              <a:xfrm>
                <a:off x="8343452" y="2624489"/>
                <a:ext cx="272400" cy="897000"/>
              </a:xfrm>
              <a:prstGeom prst="roundRect">
                <a:avLst>
                  <a:gd fmla="val 5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>
                <a:off x="8343453" y="1429731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" name="Google Shape;157;p9"/>
            <p:cNvGrpSpPr/>
            <p:nvPr/>
          </p:nvGrpSpPr>
          <p:grpSpPr>
            <a:xfrm rot="3906193">
              <a:off x="1339011" y="1750606"/>
              <a:ext cx="379514" cy="3432671"/>
              <a:chOff x="7865710" y="1022748"/>
              <a:chExt cx="379500" cy="3432548"/>
            </a:xfrm>
          </p:grpSpPr>
          <p:sp>
            <p:nvSpPr>
              <p:cNvPr id="158" name="Google Shape;158;p9"/>
              <p:cNvSpPr/>
              <p:nvPr/>
            </p:nvSpPr>
            <p:spPr>
              <a:xfrm>
                <a:off x="7919325" y="3515096"/>
                <a:ext cx="272400" cy="9402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7919310" y="2320346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 rot="-3340797">
                <a:off x="7919245" y="1879138"/>
                <a:ext cx="272430" cy="273511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7916800" y="1022748"/>
                <a:ext cx="273600" cy="72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" name="Google Shape;162;p9"/>
            <p:cNvSpPr/>
            <p:nvPr/>
          </p:nvSpPr>
          <p:spPr>
            <a:xfrm>
              <a:off x="3218760" y="3429000"/>
              <a:ext cx="1510500" cy="1260900"/>
            </a:xfrm>
            <a:prstGeom prst="triangle">
              <a:avLst>
                <a:gd fmla="val 50000" name="adj"/>
              </a:avLst>
            </a:prstGeom>
            <a:noFill/>
            <a:ln cap="flat" cmpd="sng" w="1270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9"/>
          <p:cNvGrpSpPr/>
          <p:nvPr/>
        </p:nvGrpSpPr>
        <p:grpSpPr>
          <a:xfrm rot="-6553568">
            <a:off x="150532" y="2187615"/>
            <a:ext cx="2216036" cy="2238724"/>
            <a:chOff x="8637977" y="-627479"/>
            <a:chExt cx="3336692" cy="3370854"/>
          </a:xfrm>
        </p:grpSpPr>
        <p:pic>
          <p:nvPicPr>
            <p:cNvPr id="164" name="Google Shape;164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501861" y="-267947"/>
              <a:ext cx="2470356" cy="2470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9"/>
            <p:cNvSpPr/>
            <p:nvPr/>
          </p:nvSpPr>
          <p:spPr>
            <a:xfrm>
              <a:off x="9797544" y="1303375"/>
              <a:ext cx="1440000" cy="1440000"/>
            </a:xfrm>
            <a:prstGeom prst="ellipse">
              <a:avLst/>
            </a:prstGeom>
            <a:noFill/>
            <a:ln cap="flat" cmpd="sng" w="1270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6" name="Google Shape;166;p9"/>
            <p:cNvGrpSpPr/>
            <p:nvPr/>
          </p:nvGrpSpPr>
          <p:grpSpPr>
            <a:xfrm rot="-7188019">
              <a:off x="10332765" y="-937158"/>
              <a:ext cx="272418" cy="1701223"/>
              <a:chOff x="8343447" y="1429731"/>
              <a:chExt cx="272407" cy="1701150"/>
            </a:xfrm>
          </p:grpSpPr>
          <p:sp>
            <p:nvSpPr>
              <p:cNvPr id="167" name="Google Shape;167;p9"/>
              <p:cNvSpPr/>
              <p:nvPr/>
            </p:nvSpPr>
            <p:spPr>
              <a:xfrm>
                <a:off x="8343447" y="2624481"/>
                <a:ext cx="272400" cy="506400"/>
              </a:xfrm>
              <a:prstGeom prst="roundRect">
                <a:avLst>
                  <a:gd fmla="val 5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>
                <a:off x="8343453" y="1429731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9"/>
            <p:cNvGrpSpPr/>
            <p:nvPr/>
          </p:nvGrpSpPr>
          <p:grpSpPr>
            <a:xfrm rot="-7158469">
              <a:off x="10116574" y="-1096226"/>
              <a:ext cx="379499" cy="3613438"/>
              <a:chOff x="7865710" y="1022748"/>
              <a:chExt cx="379500" cy="3613448"/>
            </a:xfrm>
          </p:grpSpPr>
          <p:sp>
            <p:nvSpPr>
              <p:cNvPr id="170" name="Google Shape;170;p9"/>
              <p:cNvSpPr/>
              <p:nvPr/>
            </p:nvSpPr>
            <p:spPr>
              <a:xfrm>
                <a:off x="7919305" y="3515096"/>
                <a:ext cx="272400" cy="11211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7919310" y="2320346"/>
                <a:ext cx="272400" cy="10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9"/>
              <p:cNvSpPr/>
              <p:nvPr/>
            </p:nvSpPr>
            <p:spPr>
              <a:xfrm rot="-3340797">
                <a:off x="7919245" y="1879138"/>
                <a:ext cx="272430" cy="273511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9"/>
              <p:cNvSpPr/>
              <p:nvPr/>
            </p:nvSpPr>
            <p:spPr>
              <a:xfrm>
                <a:off x="7916800" y="1022748"/>
                <a:ext cx="273600" cy="7200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4" name="Google Shape;174;p9"/>
          <p:cNvGrpSpPr/>
          <p:nvPr/>
        </p:nvGrpSpPr>
        <p:grpSpPr>
          <a:xfrm rot="-9817943">
            <a:off x="-11919" y="4139959"/>
            <a:ext cx="2481022" cy="1667835"/>
            <a:chOff x="-681319" y="4341524"/>
            <a:chExt cx="3824670" cy="2571085"/>
          </a:xfrm>
        </p:grpSpPr>
        <p:sp>
          <p:nvSpPr>
            <p:cNvPr id="175" name="Google Shape;175;p9"/>
            <p:cNvSpPr/>
            <p:nvPr/>
          </p:nvSpPr>
          <p:spPr>
            <a:xfrm>
              <a:off x="2423351" y="6017342"/>
              <a:ext cx="720000" cy="7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6" name="Google Shape;176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681319" y="4341524"/>
              <a:ext cx="2571085" cy="25710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9"/>
            <p:cNvSpPr/>
            <p:nvPr/>
          </p:nvSpPr>
          <p:spPr>
            <a:xfrm>
              <a:off x="1268062" y="5221530"/>
              <a:ext cx="1440000" cy="1440000"/>
            </a:xfrm>
            <a:prstGeom prst="ellipse">
              <a:avLst/>
            </a:prstGeom>
            <a:noFill/>
            <a:ln cap="flat" cmpd="sng" w="1270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9"/>
          <p:cNvSpPr/>
          <p:nvPr/>
        </p:nvSpPr>
        <p:spPr>
          <a:xfrm rot="3876081">
            <a:off x="564718" y="5938900"/>
            <a:ext cx="171363" cy="736851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 rot="3876081">
            <a:off x="1269978" y="5632791"/>
            <a:ext cx="171363" cy="679816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 rot="3902985">
            <a:off x="535082" y="5549699"/>
            <a:ext cx="171396" cy="678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 rot="3902985">
            <a:off x="1216529" y="5232546"/>
            <a:ext cx="171396" cy="679965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 rot="567739">
            <a:off x="1698631" y="5262755"/>
            <a:ext cx="171534" cy="172126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 rot="3905132">
            <a:off x="2059367" y="4953386"/>
            <a:ext cx="172338" cy="453129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518402" y="5876901"/>
            <a:ext cx="951000" cy="793800"/>
          </a:xfrm>
          <a:prstGeom prst="triangle">
            <a:avLst>
              <a:gd fmla="val 50000" name="adj"/>
            </a:avLst>
          </a:prstGeom>
          <a:noFill/>
          <a:ln cap="flat" cmpd="sng" w="1270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 rot="-9817500">
            <a:off x="2048982" y="4417467"/>
            <a:ext cx="467149" cy="4671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>
            <p:ph type="ctrTitle"/>
          </p:nvPr>
        </p:nvSpPr>
        <p:spPr>
          <a:xfrm>
            <a:off x="4051000" y="450375"/>
            <a:ext cx="73029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9"/>
          <p:cNvSpPr txBox="1"/>
          <p:nvPr>
            <p:ph idx="1" type="body"/>
          </p:nvPr>
        </p:nvSpPr>
        <p:spPr>
          <a:xfrm>
            <a:off x="4681600" y="1825625"/>
            <a:ext cx="6672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1pPr>
            <a:lvl2pPr indent="-349250" lvl="1" marL="914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900"/>
              <a:buFont typeface="Hind Siliguri"/>
              <a:buChar char="•"/>
              <a:defRPr i="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2pPr>
            <a:lvl3pPr indent="-355600" lvl="2" marL="1371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sz="20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3pPr>
            <a:lvl4pPr indent="-342900" lvl="3" marL="1828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4pPr>
            <a:lvl5pPr indent="-342900" lvl="4" marL="22860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5pPr>
            <a:lvl6pPr indent="-342900" lvl="5" marL="27432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6pPr>
            <a:lvl7pPr indent="-342900" lvl="6" marL="3200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7pPr>
            <a:lvl8pPr indent="-342900" lvl="7" marL="3657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8pPr>
            <a:lvl9pPr indent="-342900" lvl="8" marL="4114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">
  <p:cSld name="TITLE_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2602790" y="1725561"/>
            <a:ext cx="720000" cy="72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1644" y="90949"/>
            <a:ext cx="2470356" cy="247035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0"/>
          <p:cNvSpPr/>
          <p:nvPr/>
        </p:nvSpPr>
        <p:spPr>
          <a:xfrm>
            <a:off x="3598305" y="5083878"/>
            <a:ext cx="1440000" cy="14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260254" y="3358317"/>
            <a:ext cx="3240000" cy="324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9797544" y="1303375"/>
            <a:ext cx="1440000" cy="1440000"/>
          </a:xfrm>
          <a:prstGeom prst="ellipse">
            <a:avLst/>
          </a:prstGeom>
          <a:noFill/>
          <a:ln cap="flat" cmpd="sng" w="1270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1425" y="3429000"/>
            <a:ext cx="2470356" cy="2470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10"/>
          <p:cNvGrpSpPr/>
          <p:nvPr/>
        </p:nvGrpSpPr>
        <p:grpSpPr>
          <a:xfrm rot="3876515">
            <a:off x="873421" y="3300638"/>
            <a:ext cx="272408" cy="2174551"/>
            <a:chOff x="8343445" y="1429731"/>
            <a:chExt cx="272408" cy="2174550"/>
          </a:xfrm>
        </p:grpSpPr>
        <p:sp>
          <p:nvSpPr>
            <p:cNvPr id="196" name="Google Shape;196;p10"/>
            <p:cNvSpPr/>
            <p:nvPr/>
          </p:nvSpPr>
          <p:spPr>
            <a:xfrm>
              <a:off x="8343445" y="2624481"/>
              <a:ext cx="272400" cy="9798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0"/>
            <p:cNvSpPr/>
            <p:nvPr/>
          </p:nvSpPr>
          <p:spPr>
            <a:xfrm>
              <a:off x="8343453" y="1429731"/>
              <a:ext cx="272400" cy="10800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0"/>
          <p:cNvSpPr/>
          <p:nvPr/>
        </p:nvSpPr>
        <p:spPr>
          <a:xfrm rot="-7187041">
            <a:off x="10063295" y="-472167"/>
            <a:ext cx="272380" cy="1079996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p10"/>
          <p:cNvGrpSpPr/>
          <p:nvPr/>
        </p:nvGrpSpPr>
        <p:grpSpPr>
          <a:xfrm rot="3906193">
            <a:off x="1333836" y="1747302"/>
            <a:ext cx="379514" cy="3444081"/>
            <a:chOff x="7865710" y="1022748"/>
            <a:chExt cx="379500" cy="3443958"/>
          </a:xfrm>
        </p:grpSpPr>
        <p:sp>
          <p:nvSpPr>
            <p:cNvPr id="200" name="Google Shape;200;p10"/>
            <p:cNvSpPr/>
            <p:nvPr/>
          </p:nvSpPr>
          <p:spPr>
            <a:xfrm>
              <a:off x="7919312" y="3515106"/>
              <a:ext cx="272400" cy="9516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0"/>
            <p:cNvSpPr/>
            <p:nvPr/>
          </p:nvSpPr>
          <p:spPr>
            <a:xfrm>
              <a:off x="7919310" y="2320346"/>
              <a:ext cx="272400" cy="10800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0"/>
            <p:cNvSpPr/>
            <p:nvPr/>
          </p:nvSpPr>
          <p:spPr>
            <a:xfrm rot="-3340797">
              <a:off x="7919245" y="1879138"/>
              <a:ext cx="272430" cy="273511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0"/>
            <p:cNvSpPr/>
            <p:nvPr/>
          </p:nvSpPr>
          <p:spPr>
            <a:xfrm>
              <a:off x="7916800" y="1022748"/>
              <a:ext cx="273600" cy="7200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0"/>
          <p:cNvGrpSpPr/>
          <p:nvPr/>
        </p:nvGrpSpPr>
        <p:grpSpPr>
          <a:xfrm rot="-7158469">
            <a:off x="10000557" y="-898054"/>
            <a:ext cx="379499" cy="3347346"/>
            <a:chOff x="7865710" y="1022748"/>
            <a:chExt cx="379500" cy="3347356"/>
          </a:xfrm>
        </p:grpSpPr>
        <p:sp>
          <p:nvSpPr>
            <p:cNvPr id="205" name="Google Shape;205;p10"/>
            <p:cNvSpPr/>
            <p:nvPr/>
          </p:nvSpPr>
          <p:spPr>
            <a:xfrm>
              <a:off x="7919306" y="3515104"/>
              <a:ext cx="272400" cy="8550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7919310" y="2320346"/>
              <a:ext cx="272400" cy="10800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0"/>
            <p:cNvSpPr/>
            <p:nvPr/>
          </p:nvSpPr>
          <p:spPr>
            <a:xfrm rot="-3340797">
              <a:off x="7919245" y="1879138"/>
              <a:ext cx="272430" cy="273511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7916800" y="1022748"/>
              <a:ext cx="273600" cy="7200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10"/>
          <p:cNvSpPr/>
          <p:nvPr/>
        </p:nvSpPr>
        <p:spPr>
          <a:xfrm>
            <a:off x="3218760" y="3429000"/>
            <a:ext cx="1510500" cy="1260900"/>
          </a:xfrm>
          <a:prstGeom prst="triangle">
            <a:avLst>
              <a:gd fmla="val 50000" name="adj"/>
            </a:avLst>
          </a:prstGeom>
          <a:noFill/>
          <a:ln cap="flat" cmpd="sng" w="1270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725" y="307258"/>
            <a:ext cx="1909916" cy="190991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/>
          <p:nvPr/>
        </p:nvSpPr>
        <p:spPr>
          <a:xfrm>
            <a:off x="1447501" y="929749"/>
            <a:ext cx="1440000" cy="1440000"/>
          </a:xfrm>
          <a:prstGeom prst="ellipse">
            <a:avLst/>
          </a:prstGeom>
          <a:noFill/>
          <a:ln cap="flat" cmpd="sng" w="1270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>
            <p:ph type="ctrTitle"/>
          </p:nvPr>
        </p:nvSpPr>
        <p:spPr>
          <a:xfrm>
            <a:off x="5897725" y="3798650"/>
            <a:ext cx="55095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5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5" name="Google Shape;215;p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6" name="Google Shape;216;p11">
              <a:hlinkClick r:id="rId2"/>
            </p:cNvPr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5600" y="331100"/>
              <a:ext cx="5101466" cy="2201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11"/>
            <p:cNvSpPr txBox="1"/>
            <p:nvPr/>
          </p:nvSpPr>
          <p:spPr>
            <a:xfrm>
              <a:off x="463500" y="2858061"/>
              <a:ext cx="8956500" cy="24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s-ES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b="1" lang="es-ES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s-ES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b="1" lang="es-ES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0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b="1" sz="3000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s-ES" sz="27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FAQ</a:t>
              </a:r>
              <a:r>
                <a:rPr b="1" lang="es-ES" sz="44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18" name="Google Shape;218;p11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cap="flat" cmpd="sng" w="38100">
              <a:solidFill>
                <a:srgbClr val="FFCB2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19" name="Google Shape;219;p11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11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11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1">
              <a:hlinkClick r:id="rId11"/>
            </p:cNvPr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11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400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b="1" sz="2400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30" name="Google Shape;230;p1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31" name="Google Shape;231;p1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4" name="Google Shape;234;p14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7" name="Google Shape;237;p1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8" name="Google Shape;238;p15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41" name="Google Shape;241;p16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2" name="Google Shape;242;p16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3" name="Google Shape;243;p16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46" name="Google Shape;246;p17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49" name="Google Shape;249;p18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0" name="Google Shape;250;p18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253" name="Google Shape;253;p19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57" name="Google Shape;257;p20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8" name="Google Shape;258;p20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59" name="Google Shape;259;p20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62" name="Google Shape;262;p2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>
            <p:ph hasCustomPrompt="1"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65" name="Google Shape;265;p22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66" name="Google Shape;266;p22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400"/>
              <a:buFont typeface="Anton"/>
              <a:buNone/>
              <a:defRPr i="0" sz="4400" u="none" cap="none" strike="noStrike">
                <a:solidFill>
                  <a:srgbClr val="2B2B2B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nton"/>
              <a:buNone/>
              <a:defRPr sz="1800">
                <a:solidFill>
                  <a:srgbClr val="2B2B2B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nton"/>
              <a:buNone/>
              <a:defRPr sz="1800">
                <a:solidFill>
                  <a:srgbClr val="2B2B2B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nton"/>
              <a:buNone/>
              <a:defRPr sz="1800">
                <a:solidFill>
                  <a:srgbClr val="2B2B2B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nton"/>
              <a:buNone/>
              <a:defRPr sz="1800">
                <a:solidFill>
                  <a:srgbClr val="2B2B2B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nton"/>
              <a:buNone/>
              <a:defRPr sz="1800">
                <a:solidFill>
                  <a:srgbClr val="2B2B2B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nton"/>
              <a:buNone/>
              <a:defRPr sz="1800">
                <a:solidFill>
                  <a:srgbClr val="2B2B2B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nton"/>
              <a:buNone/>
              <a:defRPr sz="1800">
                <a:solidFill>
                  <a:srgbClr val="2B2B2B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nton"/>
              <a:buNone/>
              <a:defRPr sz="1800">
                <a:solidFill>
                  <a:srgbClr val="2B2B2B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2000"/>
              <a:buFont typeface="Hind Siliguri"/>
              <a:buChar char="•"/>
              <a:defRPr i="0" sz="20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900"/>
              <a:buFont typeface="Hind Siliguri"/>
              <a:buChar char="•"/>
              <a:defRPr i="0" sz="19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Hind Siliguri"/>
              <a:buChar char="•"/>
              <a:defRPr i="0" sz="1800" u="none" cap="none" strike="noStrike">
                <a:solidFill>
                  <a:srgbClr val="2B2B2B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>
              <a:solidFill>
                <a:schemeClr val="accen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12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12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huggingface.co/bartowski/Meta-Llama-3.1-8B-Instruct-GGUF/blob/main/Meta-Llama-3.1-8B-Instruct-Q5_K_S.gguf" TargetMode="External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 txBox="1"/>
          <p:nvPr>
            <p:ph type="ctrTitle"/>
          </p:nvPr>
        </p:nvSpPr>
        <p:spPr>
          <a:xfrm>
            <a:off x="5889975" y="3258600"/>
            <a:ext cx="5715600" cy="1551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PRAVNA INFORMATIKA</a:t>
            </a:r>
            <a:endParaRPr b="1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5889975" y="5276400"/>
            <a:ext cx="571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Marko Vukotić - R2 45/2023</a:t>
            </a:r>
            <a:endParaRPr sz="2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Dimitrije Petrov - R2 41/2024</a:t>
            </a:r>
            <a:endParaRPr sz="2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 txBox="1"/>
          <p:nvPr>
            <p:ph type="ctrTitle"/>
          </p:nvPr>
        </p:nvSpPr>
        <p:spPr>
          <a:xfrm>
            <a:off x="4051000" y="1136175"/>
            <a:ext cx="7302900" cy="821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Sadržaj</a:t>
            </a:r>
            <a:endParaRPr b="1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0" name="Google Shape;280;p25"/>
          <p:cNvSpPr txBox="1"/>
          <p:nvPr>
            <p:ph idx="1" type="body"/>
          </p:nvPr>
        </p:nvSpPr>
        <p:spPr>
          <a:xfrm>
            <a:off x="5273650" y="2048250"/>
            <a:ext cx="4857600" cy="379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18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Poppins"/>
              <a:buChar char="•"/>
            </a:pPr>
            <a:r>
              <a:rPr lang="es-ES"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Cilj projekta</a:t>
            </a:r>
            <a:endParaRPr sz="16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Poppins"/>
              <a:buChar char="•"/>
            </a:pPr>
            <a:r>
              <a:rPr lang="es-ES"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Pravna oblast sistema</a:t>
            </a:r>
            <a:endParaRPr sz="16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Poppins"/>
              <a:buChar char="•"/>
            </a:pPr>
            <a:r>
              <a:rPr lang="es-ES"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Tehnologije</a:t>
            </a:r>
            <a:endParaRPr sz="16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Poppins"/>
              <a:buChar char="•"/>
            </a:pPr>
            <a:r>
              <a:rPr lang="es-ES"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Dokumenti</a:t>
            </a:r>
            <a:endParaRPr sz="16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6375" lvl="1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oppins"/>
              <a:buChar char="•"/>
            </a:pPr>
            <a:r>
              <a:rPr lang="es-ES"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Obrada dokumenata</a:t>
            </a:r>
            <a:endParaRPr sz="16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6375" lvl="1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oppins"/>
              <a:buChar char="•"/>
            </a:pPr>
            <a:r>
              <a:rPr lang="es-ES"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Akoma Ntoso</a:t>
            </a:r>
            <a:endParaRPr sz="16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Poppins"/>
              <a:buChar char="•"/>
            </a:pPr>
            <a:r>
              <a:rPr lang="es-ES"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Pregled funkcionalnosti</a:t>
            </a:r>
            <a:endParaRPr sz="16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6375" lvl="1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oppins"/>
              <a:buChar char="•"/>
            </a:pPr>
            <a:r>
              <a:rPr lang="es-ES"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Prikaz presuda i zakona u PDF formatu</a:t>
            </a:r>
            <a:endParaRPr sz="16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6375" lvl="1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oppins"/>
              <a:buChar char="•"/>
            </a:pPr>
            <a:r>
              <a:rPr lang="es-ES"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Prikaz anotiranih presuda u HTML formatu</a:t>
            </a:r>
            <a:endParaRPr sz="16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6375" lvl="1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oppins"/>
              <a:buChar char="•"/>
            </a:pPr>
            <a:r>
              <a:rPr lang="es-ES"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Prikaz zakonika u HTML formatu</a:t>
            </a:r>
            <a:endParaRPr sz="16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6375" lvl="1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oppins"/>
              <a:buChar char="•"/>
            </a:pPr>
            <a:r>
              <a:rPr lang="es-ES"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Rasuđivanje po slučajevima (CBR)</a:t>
            </a:r>
            <a:endParaRPr sz="16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6375" lvl="1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oppins"/>
              <a:buChar char="•"/>
            </a:pPr>
            <a:r>
              <a:rPr lang="es-ES"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Rasuđivanje po pravilima (RBR)</a:t>
            </a:r>
            <a:endParaRPr sz="16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6375" lvl="1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oppins"/>
              <a:buChar char="•"/>
            </a:pPr>
            <a:r>
              <a:rPr lang="es-ES" sz="16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Generisanje novih odluka</a:t>
            </a:r>
            <a:endParaRPr sz="16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 txBox="1"/>
          <p:nvPr>
            <p:ph type="ctrTitle"/>
          </p:nvPr>
        </p:nvSpPr>
        <p:spPr>
          <a:xfrm>
            <a:off x="3616500" y="1186075"/>
            <a:ext cx="3214800" cy="89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Cilj projekta</a:t>
            </a:r>
            <a:endParaRPr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6" name="Google Shape;286;p26"/>
          <p:cNvSpPr txBox="1"/>
          <p:nvPr>
            <p:ph idx="1" type="body"/>
          </p:nvPr>
        </p:nvSpPr>
        <p:spPr>
          <a:xfrm>
            <a:off x="3497175" y="2440525"/>
            <a:ext cx="3334200" cy="32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Poppins"/>
              <a:buChar char="•"/>
            </a:pPr>
            <a:r>
              <a:rPr lang="es-ES" sz="19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Razvoj sistema za podršku sudijama</a:t>
            </a:r>
            <a:endParaRPr sz="19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159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Poppins"/>
              <a:buChar char="•"/>
            </a:pPr>
            <a:r>
              <a:rPr lang="es-ES" sz="19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Analiza sudskih slučajeva</a:t>
            </a:r>
            <a:endParaRPr sz="19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159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Poppins"/>
              <a:buChar char="•"/>
            </a:pPr>
            <a:r>
              <a:rPr lang="es-ES" sz="19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Predlog presude na osnovu podataka</a:t>
            </a:r>
            <a:endParaRPr sz="19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Sistem koristi bazu znanja - zakone i sudsku praksu</a:t>
            </a:r>
            <a:endParaRPr sz="19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7" name="Google Shape;287;p26" title="uO6cUdkMmNq_QgMJYOemll-Efm9uAChS9vuxHHc_0rlG3ovisTlQzPFJkkkGyhD3Px7dcsaOBo_OM8EshRC7sHOoTPEsnc7vZI84_-Ohw5V84f8xl4VzFp1m9TboPhslbF4zxkXryEiF6vl9-roW3oJ_-UJibbCAVCI-2tDJt-VQCdmpI-QUckDSzyqdJ_Lt.jpg"/>
          <p:cNvPicPr preferRelativeResize="0"/>
          <p:nvPr/>
        </p:nvPicPr>
        <p:blipFill rotWithShape="1">
          <a:blip r:embed="rId3">
            <a:alphaModFix amt="85000"/>
          </a:blip>
          <a:srcRect b="0" l="10690" r="35990" t="0"/>
          <a:stretch/>
        </p:blipFill>
        <p:spPr>
          <a:xfrm>
            <a:off x="7441075" y="824425"/>
            <a:ext cx="4167301" cy="5209127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/>
          <p:nvPr>
            <p:ph type="ctrTitle"/>
          </p:nvPr>
        </p:nvSpPr>
        <p:spPr>
          <a:xfrm>
            <a:off x="5515900" y="1163450"/>
            <a:ext cx="6129000" cy="89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Pravna oblast sistema</a:t>
            </a:r>
            <a:endParaRPr b="1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3" name="Google Shape;293;p27"/>
          <p:cNvSpPr txBox="1"/>
          <p:nvPr>
            <p:ph idx="1" type="body"/>
          </p:nvPr>
        </p:nvSpPr>
        <p:spPr>
          <a:xfrm>
            <a:off x="6248350" y="2402725"/>
            <a:ext cx="4664100" cy="313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Poppins"/>
              <a:buChar char="•"/>
            </a:pPr>
            <a:r>
              <a:rPr lang="es-ES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Krivična dela protiv imovine</a:t>
            </a:r>
            <a:endParaRPr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22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Poppins"/>
              <a:buChar char="•"/>
            </a:pPr>
            <a:r>
              <a:rPr lang="es-ES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Fokus na članove:</a:t>
            </a:r>
            <a:endParaRPr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1775" lvl="1" marL="54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Poppins"/>
              <a:buChar char="•"/>
            </a:pPr>
            <a:r>
              <a:rPr lang="es-ES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239 - Krađa</a:t>
            </a:r>
            <a:endParaRPr sz="2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1775" lvl="1" marL="54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Poppins"/>
              <a:buChar char="•"/>
            </a:pPr>
            <a:r>
              <a:rPr lang="es-ES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240 - Teška krađa</a:t>
            </a:r>
            <a:endParaRPr sz="2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1775" lvl="1" marL="54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Poppins"/>
              <a:buChar char="•"/>
            </a:pPr>
            <a:r>
              <a:rPr lang="es-ES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241 - Razbojnička krađa</a:t>
            </a:r>
            <a:endParaRPr sz="2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1775" lvl="1" marL="54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Poppins"/>
              <a:buChar char="•"/>
            </a:pPr>
            <a:r>
              <a:rPr lang="es-ES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242 - Razbojništvo</a:t>
            </a:r>
            <a:endParaRPr sz="2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27" title="gZ9YP8r651cs7qzxYF7xjXOmeTB2MExeZnkMjHsltn8BnKcq8fXMyEuyKn0x2F7bqyVcWgHWuWUEqlics8kTD9ahPdGXUanwbsaggX-NcqtmBS3UdmxIt_6aaxOzOLXLKCCSuU8GH-5v10lUjSw97bTaKLcGFu-B0n3S1CKKzc6l2JCY9LrmwFf85Qqg08eW.jpg"/>
          <p:cNvPicPr preferRelativeResize="0"/>
          <p:nvPr/>
        </p:nvPicPr>
        <p:blipFill rotWithShape="1">
          <a:blip r:embed="rId3">
            <a:alphaModFix/>
          </a:blip>
          <a:srcRect b="0" l="0" r="30021" t="0"/>
          <a:stretch/>
        </p:blipFill>
        <p:spPr>
          <a:xfrm>
            <a:off x="1886950" y="2402725"/>
            <a:ext cx="3398400" cy="33981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"/>
          <p:cNvSpPr txBox="1"/>
          <p:nvPr>
            <p:ph type="ctrTitle"/>
          </p:nvPr>
        </p:nvSpPr>
        <p:spPr>
          <a:xfrm>
            <a:off x="4279500" y="1173700"/>
            <a:ext cx="7302900" cy="89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Tehnologije</a:t>
            </a:r>
            <a:endParaRPr b="1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" name="Google Shape;300;p28"/>
          <p:cNvSpPr txBox="1"/>
          <p:nvPr>
            <p:ph idx="1" type="body"/>
          </p:nvPr>
        </p:nvSpPr>
        <p:spPr>
          <a:xfrm>
            <a:off x="8542803" y="2435225"/>
            <a:ext cx="3039600" cy="327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7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  <a:endParaRPr b="1"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Ekstrakcija teksta iz PDF dokumenata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Sanitizacija i normalizacija podataka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Generisanje XML dokumenata u Akoma-Ntoso formatu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Konverzija u HTML za prikaz na korisničkom interfejsu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1" name="Google Shape;301;p28"/>
          <p:cNvSpPr txBox="1"/>
          <p:nvPr>
            <p:ph idx="2" type="body"/>
          </p:nvPr>
        </p:nvSpPr>
        <p:spPr>
          <a:xfrm>
            <a:off x="5238505" y="2435225"/>
            <a:ext cx="3039600" cy="327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ES" sz="17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Next.js frontend</a:t>
            </a:r>
            <a:endParaRPr b="1"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Prikaz presuda i zakona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Unos novih slučajeva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Integracija sa backend servisima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Podrška za rasuđivanje: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80975" lvl="1" marL="54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CBR - pronalaženje sličnih slučajeva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80975" lvl="1" marL="54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RBR - donošenje predloga presude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2" name="Google Shape;302;p28"/>
          <p:cNvSpPr txBox="1"/>
          <p:nvPr>
            <p:ph idx="3" type="body"/>
          </p:nvPr>
        </p:nvSpPr>
        <p:spPr>
          <a:xfrm>
            <a:off x="1934200" y="2435225"/>
            <a:ext cx="3039600" cy="327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ES" sz="17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Spring Boot backend</a:t>
            </a:r>
            <a:endParaRPr b="1"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Ekstrakcija metapodataka iz presuda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Obrada i analiza pravnog teksta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API komunikacija sa frontend aplikacijom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9"/>
          <p:cNvSpPr txBox="1"/>
          <p:nvPr>
            <p:ph type="ctrTitle"/>
          </p:nvPr>
        </p:nvSpPr>
        <p:spPr>
          <a:xfrm>
            <a:off x="4051000" y="1136175"/>
            <a:ext cx="7302900" cy="1857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Obrada dokumenata</a:t>
            </a:r>
            <a:endParaRPr b="1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29"/>
          <p:cNvSpPr txBox="1"/>
          <p:nvPr>
            <p:ph idx="1" type="body"/>
          </p:nvPr>
        </p:nvSpPr>
        <p:spPr>
          <a:xfrm>
            <a:off x="5273650" y="2714575"/>
            <a:ext cx="4857600" cy="276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AutoNum type="arabicPeriod"/>
            </a:pPr>
            <a:r>
              <a:rPr lang="es-ES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Generisanje Akoma Ntoso dokumenata - pdf_to_xml.py</a:t>
            </a:r>
            <a:endParaRPr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Char char="•"/>
            </a:pPr>
            <a:r>
              <a:rPr lang="es-ES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PDF dokument odluke</a:t>
            </a:r>
            <a:endParaRPr sz="2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Char char="•"/>
            </a:pPr>
            <a:r>
              <a:rPr lang="es-ES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Ekstrakcija teksta</a:t>
            </a:r>
            <a:endParaRPr sz="2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Char char="•"/>
            </a:pPr>
            <a:r>
              <a:rPr lang="es-ES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Sanitizacija i normalizacija</a:t>
            </a:r>
            <a:endParaRPr sz="2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AutoNum type="arabicPeriod"/>
            </a:pPr>
            <a:r>
              <a:rPr lang="es-ES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Generisanje HTML dokumenata - xml_to_html.py</a:t>
            </a:r>
            <a:endParaRPr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/>
          <p:nvPr>
            <p:ph type="ctrTitle"/>
          </p:nvPr>
        </p:nvSpPr>
        <p:spPr>
          <a:xfrm>
            <a:off x="2444550" y="1344325"/>
            <a:ext cx="7302900" cy="89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Akoma Ntoso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14" name="Google Shape;314;p30"/>
          <p:cNvSpPr txBox="1"/>
          <p:nvPr>
            <p:ph idx="1" type="body"/>
          </p:nvPr>
        </p:nvSpPr>
        <p:spPr>
          <a:xfrm>
            <a:off x="6972350" y="2238025"/>
            <a:ext cx="4278000" cy="352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Ekstraktovani metapodaci:</a:t>
            </a:r>
            <a:endParaRPr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Sud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Broj slučaja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Sudija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Optuženi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Vrsta suda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Vrednost ukradene imovine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Krivično delo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Članovi krivičnog dela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Članovi za odmeravanje kazne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Kazna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0"/>
          <p:cNvSpPr txBox="1"/>
          <p:nvPr>
            <p:ph idx="2" type="body"/>
          </p:nvPr>
        </p:nvSpPr>
        <p:spPr>
          <a:xfrm>
            <a:off x="2322000" y="2238025"/>
            <a:ext cx="4278000" cy="287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XML standard za pravne dokumente</a:t>
            </a:r>
            <a:endParaRPr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Omogućava predstavljanje zakona i presuda u mašinski čitljivom obliku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Definiše jasnu strukturu dokumenata - metapodaci, telo, reference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Podržava anotaciju pravnih entiteta - članovi zakona, sudovi, osobe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type="title"/>
          </p:nvPr>
        </p:nvSpPr>
        <p:spPr>
          <a:xfrm>
            <a:off x="1464125" y="593375"/>
            <a:ext cx="9000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1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Prikaz presuda i zakona u PDF formatu</a:t>
            </a:r>
            <a:endParaRPr b="1" sz="31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1" name="Google Shape;321;p31" title="presude_pdf.png"/>
          <p:cNvPicPr preferRelativeResize="0"/>
          <p:nvPr/>
        </p:nvPicPr>
        <p:blipFill rotWithShape="1">
          <a:blip r:embed="rId3">
            <a:alphaModFix/>
          </a:blip>
          <a:srcRect b="0" l="50" r="40" t="0"/>
          <a:stretch/>
        </p:blipFill>
        <p:spPr>
          <a:xfrm>
            <a:off x="1100250" y="1356875"/>
            <a:ext cx="9727749" cy="500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"/>
          <p:cNvSpPr txBox="1"/>
          <p:nvPr>
            <p:ph type="title"/>
          </p:nvPr>
        </p:nvSpPr>
        <p:spPr>
          <a:xfrm>
            <a:off x="1100250" y="593375"/>
            <a:ext cx="97278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1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Prikaz anotiranih presuda u Akoma Ntoso formatu</a:t>
            </a:r>
            <a:endParaRPr b="1" sz="31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7" name="Google Shape;327;p32" title="presude_html.png"/>
          <p:cNvPicPr preferRelativeResize="0"/>
          <p:nvPr/>
        </p:nvPicPr>
        <p:blipFill rotWithShape="1">
          <a:blip r:embed="rId3">
            <a:alphaModFix/>
          </a:blip>
          <a:srcRect b="50" l="0" r="0" t="50"/>
          <a:stretch/>
        </p:blipFill>
        <p:spPr>
          <a:xfrm>
            <a:off x="1100250" y="1356875"/>
            <a:ext cx="9727749" cy="50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/>
          <p:nvPr>
            <p:ph type="title"/>
          </p:nvPr>
        </p:nvSpPr>
        <p:spPr>
          <a:xfrm>
            <a:off x="1464125" y="593375"/>
            <a:ext cx="9000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1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Prikaz zakonika u HTML formatu</a:t>
            </a:r>
            <a:endParaRPr b="1" sz="31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3" name="Google Shape;333;p33" title="zakonik_html.png"/>
          <p:cNvPicPr preferRelativeResize="0"/>
          <p:nvPr/>
        </p:nvPicPr>
        <p:blipFill rotWithShape="1">
          <a:blip r:embed="rId3">
            <a:alphaModFix/>
          </a:blip>
          <a:srcRect b="90" l="0" r="0" t="100"/>
          <a:stretch/>
        </p:blipFill>
        <p:spPr>
          <a:xfrm>
            <a:off x="1100250" y="1356875"/>
            <a:ext cx="9727749" cy="500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"/>
          <p:cNvSpPr txBox="1"/>
          <p:nvPr>
            <p:ph type="ctrTitle"/>
          </p:nvPr>
        </p:nvSpPr>
        <p:spPr>
          <a:xfrm>
            <a:off x="6096000" y="1669575"/>
            <a:ext cx="5257800" cy="89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1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Rasuđivanje po slučajevima (CBR)</a:t>
            </a:r>
            <a:endParaRPr b="1" sz="3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p34"/>
          <p:cNvSpPr txBox="1"/>
          <p:nvPr>
            <p:ph idx="1" type="body"/>
          </p:nvPr>
        </p:nvSpPr>
        <p:spPr>
          <a:xfrm>
            <a:off x="6130275" y="2801175"/>
            <a:ext cx="5257800" cy="269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955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"/>
              <a:buChar char="•"/>
            </a:pPr>
            <a:r>
              <a:rPr lang="es-ES"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Novi slučaj se poredi sa postojećim presudama</a:t>
            </a:r>
            <a:endParaRPr sz="18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95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"/>
              <a:buChar char="•"/>
            </a:pPr>
            <a:r>
              <a:rPr lang="es-ES"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Svaki slučaj se predstavlja skupom atributa</a:t>
            </a:r>
            <a:endParaRPr sz="18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95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"/>
              <a:buChar char="•"/>
            </a:pPr>
            <a:r>
              <a:rPr lang="es-ES"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Pronalaze se najsličniji slučajevi iz baze</a:t>
            </a:r>
            <a:endParaRPr sz="18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95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"/>
              <a:buChar char="•"/>
            </a:pPr>
            <a:r>
              <a:rPr lang="es-ES"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Sistem vraća najsličnijih pet rezultata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0" name="Google Shape;340;p34"/>
          <p:cNvGrpSpPr/>
          <p:nvPr/>
        </p:nvGrpSpPr>
        <p:grpSpPr>
          <a:xfrm>
            <a:off x="1231657" y="2107236"/>
            <a:ext cx="4035471" cy="3386732"/>
            <a:chOff x="1295330" y="1868507"/>
            <a:chExt cx="4365503" cy="3647530"/>
          </a:xfrm>
        </p:grpSpPr>
        <p:grpSp>
          <p:nvGrpSpPr>
            <p:cNvPr id="341" name="Google Shape;341;p34"/>
            <p:cNvGrpSpPr/>
            <p:nvPr/>
          </p:nvGrpSpPr>
          <p:grpSpPr>
            <a:xfrm>
              <a:off x="1295330" y="1868507"/>
              <a:ext cx="4365503" cy="3647530"/>
              <a:chOff x="6679223" y="1947864"/>
              <a:chExt cx="3956410" cy="3325308"/>
            </a:xfrm>
          </p:grpSpPr>
          <p:grpSp>
            <p:nvGrpSpPr>
              <p:cNvPr id="342" name="Google Shape;342;p34"/>
              <p:cNvGrpSpPr/>
              <p:nvPr/>
            </p:nvGrpSpPr>
            <p:grpSpPr>
              <a:xfrm>
                <a:off x="7996402" y="4725653"/>
                <a:ext cx="1328920" cy="547519"/>
                <a:chOff x="7059929" y="5060917"/>
                <a:chExt cx="1328920" cy="547519"/>
              </a:xfrm>
            </p:grpSpPr>
            <p:sp>
              <p:nvSpPr>
                <p:cNvPr id="343" name="Google Shape;343;p34"/>
                <p:cNvSpPr/>
                <p:nvPr/>
              </p:nvSpPr>
              <p:spPr>
                <a:xfrm rot="10800000">
                  <a:off x="7059929" y="5578436"/>
                  <a:ext cx="1322100" cy="30000"/>
                </a:xfrm>
                <a:prstGeom prst="trapezoid">
                  <a:avLst>
                    <a:gd fmla="val 142327" name="adj"/>
                  </a:avLst>
                </a:prstGeom>
                <a:solidFill>
                  <a:srgbClr val="707887"/>
                </a:solidFill>
                <a:ln>
                  <a:noFill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" name="Google Shape;344;p34"/>
                <p:cNvSpPr/>
                <p:nvPr/>
              </p:nvSpPr>
              <p:spPr>
                <a:xfrm>
                  <a:off x="7187465" y="5060917"/>
                  <a:ext cx="1067100" cy="428400"/>
                </a:xfrm>
                <a:prstGeom prst="trapezoid">
                  <a:avLst>
                    <a:gd fmla="val 15083" name="adj"/>
                  </a:avLst>
                </a:prstGeom>
                <a:solidFill>
                  <a:srgbClr val="D8D8D8"/>
                </a:solidFill>
                <a:ln>
                  <a:noFill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5" name="Google Shape;345;p34"/>
                <p:cNvSpPr/>
                <p:nvPr/>
              </p:nvSpPr>
              <p:spPr>
                <a:xfrm>
                  <a:off x="7066749" y="5488243"/>
                  <a:ext cx="1322100" cy="93600"/>
                </a:xfrm>
                <a:prstGeom prst="trapezoid">
                  <a:avLst>
                    <a:gd fmla="val 142327" name="adj"/>
                  </a:avLst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6" name="Google Shape;346;p34"/>
              <p:cNvGrpSpPr/>
              <p:nvPr/>
            </p:nvGrpSpPr>
            <p:grpSpPr>
              <a:xfrm>
                <a:off x="6679223" y="1947864"/>
                <a:ext cx="3956410" cy="2777787"/>
                <a:chOff x="5742750" y="2283128"/>
                <a:chExt cx="3956410" cy="2777787"/>
              </a:xfrm>
            </p:grpSpPr>
            <p:sp>
              <p:nvSpPr>
                <p:cNvPr id="347" name="Google Shape;347;p34"/>
                <p:cNvSpPr/>
                <p:nvPr/>
              </p:nvSpPr>
              <p:spPr>
                <a:xfrm>
                  <a:off x="5742760" y="2283128"/>
                  <a:ext cx="3956400" cy="2777700"/>
                </a:xfrm>
                <a:prstGeom prst="roundRect">
                  <a:avLst>
                    <a:gd fmla="val 3377" name="adj"/>
                  </a:avLst>
                </a:prstGeom>
                <a:solidFill>
                  <a:srgbClr val="262626"/>
                </a:solidFill>
                <a:ln cap="flat" cmpd="sng" w="12700">
                  <a:solidFill>
                    <a:srgbClr val="3935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" name="Google Shape;348;p34"/>
                <p:cNvSpPr/>
                <p:nvPr/>
              </p:nvSpPr>
              <p:spPr>
                <a:xfrm rot="10800000">
                  <a:off x="5742750" y="4752515"/>
                  <a:ext cx="3956400" cy="308400"/>
                </a:xfrm>
                <a:prstGeom prst="round2SameRect">
                  <a:avLst>
                    <a:gd fmla="val 19571" name="adj1"/>
                    <a:gd fmla="val 0" name="adj2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C6CFD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49" name="Google Shape;349;p34"/>
            <p:cNvSpPr/>
            <p:nvPr/>
          </p:nvSpPr>
          <p:spPr>
            <a:xfrm>
              <a:off x="3370018" y="1929853"/>
              <a:ext cx="108000" cy="108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0" name="Google Shape;350;p34" title="case_based_reason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4725" y="2324400"/>
            <a:ext cx="3818348" cy="21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"/>
          <p:cNvSpPr txBox="1"/>
          <p:nvPr>
            <p:ph type="title"/>
          </p:nvPr>
        </p:nvSpPr>
        <p:spPr>
          <a:xfrm>
            <a:off x="1464125" y="593375"/>
            <a:ext cx="9000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1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Rasuđivanje po slučajevima (CBR)</a:t>
            </a:r>
            <a:endParaRPr b="1" sz="31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6" name="Google Shape;356;p35" title="case_based_reason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250" y="1356875"/>
            <a:ext cx="9727749" cy="50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"/>
          <p:cNvSpPr txBox="1"/>
          <p:nvPr>
            <p:ph type="ctrTitle"/>
          </p:nvPr>
        </p:nvSpPr>
        <p:spPr>
          <a:xfrm>
            <a:off x="4279500" y="1173700"/>
            <a:ext cx="7302900" cy="89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1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Rasuđivanje po slučajevima (CBR)</a:t>
            </a:r>
            <a:endParaRPr b="1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" name="Google Shape;362;p36"/>
          <p:cNvSpPr txBox="1"/>
          <p:nvPr>
            <p:ph idx="1" type="body"/>
          </p:nvPr>
        </p:nvSpPr>
        <p:spPr>
          <a:xfrm>
            <a:off x="8542800" y="2435225"/>
            <a:ext cx="3039600" cy="399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Dobijena vrednost se modifikuje na osnovu razlike u vrednosti ukradene imovine: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Za </a:t>
            </a:r>
            <a:r>
              <a:rPr lang="es-ES" sz="1450">
                <a:solidFill>
                  <a:schemeClr val="accent5"/>
                </a:solidFill>
                <a:highlight>
                  <a:srgbClr val="F8F9FA"/>
                </a:highlight>
                <a:latin typeface="Poppins"/>
                <a:ea typeface="Poppins"/>
                <a:cs typeface="Poppins"/>
                <a:sym typeface="Poppins"/>
              </a:rPr>
              <a:t>δ</a:t>
            </a:r>
            <a:r>
              <a:rPr lang="es-ES" sz="1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s-ES" sz="1450">
                <a:solidFill>
                  <a:schemeClr val="accent5"/>
                </a:solidFill>
                <a:highlight>
                  <a:srgbClr val="F8F9FA"/>
                </a:highlight>
                <a:latin typeface="Poppins"/>
                <a:ea typeface="Poppins"/>
                <a:cs typeface="Poppins"/>
                <a:sym typeface="Poppins"/>
              </a:rPr>
              <a:t>θ</a:t>
            </a: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s-ES" sz="1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J’=J-</a:t>
            </a:r>
            <a:r>
              <a:rPr lang="es-ES" sz="1450">
                <a:solidFill>
                  <a:schemeClr val="accent5"/>
                </a:solidFill>
                <a:highlight>
                  <a:srgbClr val="F8F9FA"/>
                </a:highlight>
                <a:latin typeface="Poppins"/>
                <a:ea typeface="Poppins"/>
                <a:cs typeface="Poppins"/>
                <a:sym typeface="Poppins"/>
              </a:rPr>
              <a:t>δ</a:t>
            </a:r>
            <a:r>
              <a:rPr lang="es-ES" sz="1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/(10*</a:t>
            </a:r>
            <a:r>
              <a:rPr lang="es-ES" sz="1450">
                <a:solidFill>
                  <a:schemeClr val="accent5"/>
                </a:solidFill>
                <a:highlight>
                  <a:srgbClr val="F8F9FA"/>
                </a:highlight>
                <a:latin typeface="Poppins"/>
                <a:ea typeface="Poppins"/>
                <a:cs typeface="Poppins"/>
                <a:sym typeface="Poppins"/>
              </a:rPr>
              <a:t>μ</a:t>
            </a:r>
            <a:r>
              <a:rPr lang="es-ES" sz="1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500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Za </a:t>
            </a:r>
            <a:r>
              <a:rPr lang="es-ES" sz="1450">
                <a:solidFill>
                  <a:schemeClr val="accent5"/>
                </a:solidFill>
                <a:highlight>
                  <a:srgbClr val="F8F9FA"/>
                </a:highlight>
                <a:latin typeface="Poppins"/>
                <a:ea typeface="Poppins"/>
                <a:cs typeface="Poppins"/>
                <a:sym typeface="Poppins"/>
              </a:rPr>
              <a:t>δ</a:t>
            </a:r>
            <a:r>
              <a:rPr lang="es-ES" sz="1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≤</a:t>
            </a:r>
            <a:r>
              <a:rPr lang="es-ES" sz="1450">
                <a:solidFill>
                  <a:schemeClr val="accent5"/>
                </a:solidFill>
                <a:highlight>
                  <a:srgbClr val="F8F9FA"/>
                </a:highlight>
                <a:latin typeface="Poppins"/>
                <a:ea typeface="Poppins"/>
                <a:cs typeface="Poppins"/>
                <a:sym typeface="Poppins"/>
              </a:rPr>
              <a:t>θ</a:t>
            </a: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s-ES" sz="1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J’=J+(1-</a:t>
            </a:r>
            <a:r>
              <a:rPr lang="es-ES" sz="1450">
                <a:solidFill>
                  <a:schemeClr val="accent5"/>
                </a:solidFill>
                <a:highlight>
                  <a:srgbClr val="F8F9FA"/>
                </a:highlight>
                <a:latin typeface="Poppins"/>
                <a:ea typeface="Poppins"/>
                <a:cs typeface="Poppins"/>
                <a:sym typeface="Poppins"/>
              </a:rPr>
              <a:t>δ</a:t>
            </a:r>
            <a:r>
              <a:rPr lang="es-ES" sz="1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s-ES" sz="1450">
                <a:solidFill>
                  <a:schemeClr val="accent5"/>
                </a:solidFill>
                <a:highlight>
                  <a:srgbClr val="F8F9FA"/>
                </a:highlight>
                <a:latin typeface="Poppins"/>
                <a:ea typeface="Poppins"/>
                <a:cs typeface="Poppins"/>
                <a:sym typeface="Poppins"/>
              </a:rPr>
              <a:t>θ</a:t>
            </a:r>
            <a:r>
              <a:rPr lang="es-ES" sz="1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)/10</a:t>
            </a:r>
            <a:endParaRPr sz="1500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450">
                <a:solidFill>
                  <a:schemeClr val="accent5"/>
                </a:solidFill>
                <a:highlight>
                  <a:srgbClr val="F8F9FA"/>
                </a:highlight>
                <a:latin typeface="Poppins"/>
                <a:ea typeface="Poppins"/>
                <a:cs typeface="Poppins"/>
                <a:sym typeface="Poppins"/>
              </a:rPr>
              <a:t>δ</a:t>
            </a: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 - razlika unete i pronađene vrednosti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450">
                <a:solidFill>
                  <a:schemeClr val="accent5"/>
                </a:solidFill>
                <a:highlight>
                  <a:srgbClr val="F8F9FA"/>
                </a:highlight>
                <a:latin typeface="Poppins"/>
                <a:ea typeface="Poppins"/>
                <a:cs typeface="Poppins"/>
                <a:sym typeface="Poppins"/>
              </a:rPr>
              <a:t>μ</a:t>
            </a: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 - srednja vrednost nad svim presudama u bazi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450">
                <a:solidFill>
                  <a:schemeClr val="accent5"/>
                </a:solidFill>
                <a:highlight>
                  <a:srgbClr val="F8F9FA"/>
                </a:highlight>
                <a:latin typeface="Poppins"/>
                <a:ea typeface="Poppins"/>
                <a:cs typeface="Poppins"/>
                <a:sym typeface="Poppins"/>
              </a:rPr>
              <a:t>θ</a:t>
            </a:r>
            <a:r>
              <a:rPr lang="es-ES" sz="1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s-ES" sz="1450">
                <a:solidFill>
                  <a:schemeClr val="accent5"/>
                </a:solidFill>
                <a:highlight>
                  <a:srgbClr val="F8F9FA"/>
                </a:highlight>
                <a:latin typeface="Poppins"/>
                <a:ea typeface="Poppins"/>
                <a:cs typeface="Poppins"/>
                <a:sym typeface="Poppins"/>
              </a:rPr>
              <a:t>μ</a:t>
            </a:r>
            <a:r>
              <a:rPr lang="es-ES" sz="1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/5</a:t>
            </a: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 - prag; da li je razlika vrednosti &lt;20%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Dobijena sličnost se normalizuje na opseg [0,1]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p36"/>
          <p:cNvSpPr txBox="1"/>
          <p:nvPr>
            <p:ph idx="2" type="body"/>
          </p:nvPr>
        </p:nvSpPr>
        <p:spPr>
          <a:xfrm>
            <a:off x="5238505" y="2435225"/>
            <a:ext cx="3039600" cy="327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7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Za računanje sličnosti koristi se </a:t>
            </a:r>
            <a:r>
              <a:rPr i="1" lang="es-ES" sz="17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Jaccard similarity</a:t>
            </a:r>
            <a:r>
              <a:rPr lang="es-ES" sz="17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 formula:</a:t>
            </a:r>
            <a:endParaRPr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J(A,B)=|A⋂B|/|A⋃B|, J∈[0,1]</a:t>
            </a:r>
            <a:endParaRPr sz="1500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 - Skup unetih atributa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 - Skup atributa postojećeg slučaja</a:t>
            </a:r>
            <a:endParaRPr b="1"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36"/>
          <p:cNvSpPr txBox="1"/>
          <p:nvPr>
            <p:ph idx="3" type="body"/>
          </p:nvPr>
        </p:nvSpPr>
        <p:spPr>
          <a:xfrm>
            <a:off x="1934200" y="2435225"/>
            <a:ext cx="3039600" cy="327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7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Podaci korišćeni za rasuđivanje:</a:t>
            </a:r>
            <a:endParaRPr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Vrednost ukradene imovine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Vrsta krađe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Namera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Način krađe</a:t>
            </a:r>
            <a:endParaRPr b="1"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7"/>
          <p:cNvSpPr txBox="1"/>
          <p:nvPr>
            <p:ph type="ctrTitle"/>
          </p:nvPr>
        </p:nvSpPr>
        <p:spPr>
          <a:xfrm>
            <a:off x="6096000" y="1669575"/>
            <a:ext cx="5257800" cy="89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1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Rasuđivanje po pravilima (RBR)</a:t>
            </a:r>
            <a:endParaRPr b="1" sz="3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37"/>
          <p:cNvSpPr txBox="1"/>
          <p:nvPr>
            <p:ph idx="1" type="body"/>
          </p:nvPr>
        </p:nvSpPr>
        <p:spPr>
          <a:xfrm>
            <a:off x="6130275" y="2801175"/>
            <a:ext cx="5257800" cy="269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"/>
              <a:buChar char="•"/>
            </a:pPr>
            <a:r>
              <a:rPr lang="es-ES"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Korisnik unosi činjenice slučaja</a:t>
            </a:r>
            <a:endParaRPr sz="18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"/>
              <a:buChar char="•"/>
            </a:pPr>
            <a:r>
              <a:rPr lang="es-ES"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Činjenice se prevode u RDF format i prosleđuju DR-DEVICE ekspertnom sistemu</a:t>
            </a:r>
            <a:endParaRPr sz="18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"/>
              <a:buChar char="•"/>
            </a:pPr>
            <a:r>
              <a:rPr lang="es-ES"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Sistem primjenjuje unapred definisana pravila iz krivičnog zakonika</a:t>
            </a:r>
            <a:endParaRPr sz="18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"/>
              <a:buChar char="•"/>
            </a:pPr>
            <a:r>
              <a:rPr lang="es-ES"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Sistem vraća prekršeni član zakona i opseg predviđene kazne</a:t>
            </a:r>
            <a:endParaRPr sz="18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1" name="Google Shape;371;p37"/>
          <p:cNvGrpSpPr/>
          <p:nvPr/>
        </p:nvGrpSpPr>
        <p:grpSpPr>
          <a:xfrm>
            <a:off x="1231657" y="2107236"/>
            <a:ext cx="4035471" cy="3386732"/>
            <a:chOff x="1295330" y="1868507"/>
            <a:chExt cx="4365503" cy="3647530"/>
          </a:xfrm>
        </p:grpSpPr>
        <p:grpSp>
          <p:nvGrpSpPr>
            <p:cNvPr id="372" name="Google Shape;372;p37"/>
            <p:cNvGrpSpPr/>
            <p:nvPr/>
          </p:nvGrpSpPr>
          <p:grpSpPr>
            <a:xfrm>
              <a:off x="1295330" y="1868507"/>
              <a:ext cx="4365503" cy="3647530"/>
              <a:chOff x="6679223" y="1947864"/>
              <a:chExt cx="3956410" cy="3325308"/>
            </a:xfrm>
          </p:grpSpPr>
          <p:grpSp>
            <p:nvGrpSpPr>
              <p:cNvPr id="373" name="Google Shape;373;p37"/>
              <p:cNvGrpSpPr/>
              <p:nvPr/>
            </p:nvGrpSpPr>
            <p:grpSpPr>
              <a:xfrm>
                <a:off x="7996402" y="4725653"/>
                <a:ext cx="1328920" cy="547519"/>
                <a:chOff x="7059929" y="5060917"/>
                <a:chExt cx="1328920" cy="547519"/>
              </a:xfrm>
            </p:grpSpPr>
            <p:sp>
              <p:nvSpPr>
                <p:cNvPr id="374" name="Google Shape;374;p37"/>
                <p:cNvSpPr/>
                <p:nvPr/>
              </p:nvSpPr>
              <p:spPr>
                <a:xfrm rot="10800000">
                  <a:off x="7059929" y="5578436"/>
                  <a:ext cx="1322100" cy="30000"/>
                </a:xfrm>
                <a:prstGeom prst="trapezoid">
                  <a:avLst>
                    <a:gd fmla="val 142327" name="adj"/>
                  </a:avLst>
                </a:prstGeom>
                <a:solidFill>
                  <a:srgbClr val="707887"/>
                </a:solidFill>
                <a:ln>
                  <a:noFill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" name="Google Shape;375;p37"/>
                <p:cNvSpPr/>
                <p:nvPr/>
              </p:nvSpPr>
              <p:spPr>
                <a:xfrm>
                  <a:off x="7187465" y="5060917"/>
                  <a:ext cx="1067100" cy="428400"/>
                </a:xfrm>
                <a:prstGeom prst="trapezoid">
                  <a:avLst>
                    <a:gd fmla="val 15083" name="adj"/>
                  </a:avLst>
                </a:prstGeom>
                <a:solidFill>
                  <a:srgbClr val="D8D8D8"/>
                </a:solidFill>
                <a:ln>
                  <a:noFill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" name="Google Shape;376;p37"/>
                <p:cNvSpPr/>
                <p:nvPr/>
              </p:nvSpPr>
              <p:spPr>
                <a:xfrm>
                  <a:off x="7066749" y="5488243"/>
                  <a:ext cx="1322100" cy="93600"/>
                </a:xfrm>
                <a:prstGeom prst="trapezoid">
                  <a:avLst>
                    <a:gd fmla="val 142327" name="adj"/>
                  </a:avLst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77" name="Google Shape;377;p37"/>
              <p:cNvGrpSpPr/>
              <p:nvPr/>
            </p:nvGrpSpPr>
            <p:grpSpPr>
              <a:xfrm>
                <a:off x="6679223" y="1947864"/>
                <a:ext cx="3956410" cy="2777787"/>
                <a:chOff x="5742750" y="2283128"/>
                <a:chExt cx="3956410" cy="2777787"/>
              </a:xfrm>
            </p:grpSpPr>
            <p:sp>
              <p:nvSpPr>
                <p:cNvPr id="378" name="Google Shape;378;p37"/>
                <p:cNvSpPr/>
                <p:nvPr/>
              </p:nvSpPr>
              <p:spPr>
                <a:xfrm>
                  <a:off x="5742760" y="2283128"/>
                  <a:ext cx="3956400" cy="2777700"/>
                </a:xfrm>
                <a:prstGeom prst="roundRect">
                  <a:avLst>
                    <a:gd fmla="val 3377" name="adj"/>
                  </a:avLst>
                </a:prstGeom>
                <a:solidFill>
                  <a:srgbClr val="262626"/>
                </a:solidFill>
                <a:ln cap="flat" cmpd="sng" w="12700">
                  <a:solidFill>
                    <a:srgbClr val="3935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" name="Google Shape;379;p37"/>
                <p:cNvSpPr/>
                <p:nvPr/>
              </p:nvSpPr>
              <p:spPr>
                <a:xfrm rot="10800000">
                  <a:off x="5742750" y="4752515"/>
                  <a:ext cx="3956400" cy="308400"/>
                </a:xfrm>
                <a:prstGeom prst="round2SameRect">
                  <a:avLst>
                    <a:gd fmla="val 19571" name="adj1"/>
                    <a:gd fmla="val 0" name="adj2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C6CFD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80" name="Google Shape;380;p37"/>
            <p:cNvSpPr/>
            <p:nvPr/>
          </p:nvSpPr>
          <p:spPr>
            <a:xfrm>
              <a:off x="3370018" y="1929853"/>
              <a:ext cx="108000" cy="108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1" name="Google Shape;381;p37" title="rule_based_reason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4725" y="2324400"/>
            <a:ext cx="3818348" cy="21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8"/>
          <p:cNvSpPr txBox="1"/>
          <p:nvPr>
            <p:ph type="title"/>
          </p:nvPr>
        </p:nvSpPr>
        <p:spPr>
          <a:xfrm>
            <a:off x="1464125" y="593375"/>
            <a:ext cx="9000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1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Rasuđivanje po pravilima (RBR)</a:t>
            </a:r>
            <a:endParaRPr b="1" sz="36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7" name="Google Shape;387;p38" title="rule_based_reason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250" y="1356875"/>
            <a:ext cx="9727749" cy="50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9"/>
          <p:cNvSpPr txBox="1"/>
          <p:nvPr>
            <p:ph type="ctrTitle"/>
          </p:nvPr>
        </p:nvSpPr>
        <p:spPr>
          <a:xfrm>
            <a:off x="2444550" y="1344325"/>
            <a:ext cx="7302900" cy="89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1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Rasuđivanje po pravilima (RBR)</a:t>
            </a:r>
            <a:endParaRPr b="1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3" name="Google Shape;393;p39"/>
          <p:cNvSpPr txBox="1"/>
          <p:nvPr>
            <p:ph idx="1" type="body"/>
          </p:nvPr>
        </p:nvSpPr>
        <p:spPr>
          <a:xfrm>
            <a:off x="6703600" y="2740025"/>
            <a:ext cx="4278000" cy="353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Činjenice slučaja se zapisuju u RDF fajl i prosleđuju DR-DEVICE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DR-DEVICE koristi </a:t>
            </a:r>
            <a:r>
              <a:rPr i="1"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defeasible rules</a:t>
            </a: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 - specifičnija pravila nadjačavaju opštija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Pravila proveravaju ulazne </a:t>
            </a: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attribute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Sistem izvozi zaključak u RDF fajl - prekršeni član zakona i odgovarajući opseg kazne.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Eksportovani RDF se parsira i rezultati se mapiraju na ljudski čitljive opise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4" name="Google Shape;394;p39"/>
          <p:cNvSpPr txBox="1"/>
          <p:nvPr>
            <p:ph idx="2" type="body"/>
          </p:nvPr>
        </p:nvSpPr>
        <p:spPr>
          <a:xfrm>
            <a:off x="2425600" y="2740025"/>
            <a:ext cx="4278000" cy="287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Podaci korišćeni za rasuđivanje: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Vrednost ukradene imovine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Vrsta krađe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Način krađe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Dodatni atributi korišćeni u RDF šemi:</a:t>
            </a:r>
            <a:endParaRPr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Naziv predmeta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Inicijali optuženog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oppins"/>
              <a:buChar char="•"/>
            </a:pPr>
            <a:r>
              <a:rPr lang="es-ES" sz="15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Namera</a:t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0"/>
          <p:cNvSpPr txBox="1"/>
          <p:nvPr>
            <p:ph type="ctrTitle"/>
          </p:nvPr>
        </p:nvSpPr>
        <p:spPr>
          <a:xfrm>
            <a:off x="6096000" y="1669575"/>
            <a:ext cx="5257800" cy="89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3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Generisanje novih odluka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0" name="Google Shape;400;p40"/>
          <p:cNvSpPr txBox="1"/>
          <p:nvPr>
            <p:ph idx="1" type="body"/>
          </p:nvPr>
        </p:nvSpPr>
        <p:spPr>
          <a:xfrm>
            <a:off x="6130275" y="2801175"/>
            <a:ext cx="5257800" cy="269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"/>
              <a:buChar char="•"/>
            </a:pPr>
            <a:r>
              <a:rPr lang="es-ES"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Korisnik unosi podatke odluke</a:t>
            </a:r>
            <a:endParaRPr sz="18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"/>
              <a:buChar char="•"/>
            </a:pPr>
            <a:r>
              <a:rPr lang="es-ES"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Klikom na AI dugme, moguće je generisanje teksta odluke na osnovu unetih podataka</a:t>
            </a:r>
            <a:endParaRPr sz="18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"/>
              <a:buChar char="•"/>
            </a:pPr>
            <a:r>
              <a:rPr lang="es-ES"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Za generisanje teksta koristi se </a:t>
            </a:r>
            <a:r>
              <a:rPr lang="es-ES" sz="1800" u="sng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Meta-Llama-3.1-8B-Instruct-GGUF</a:t>
            </a:r>
            <a:r>
              <a:rPr lang="es-ES"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 model</a:t>
            </a:r>
            <a:endParaRPr sz="18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01" name="Google Shape;401;p40"/>
          <p:cNvGrpSpPr/>
          <p:nvPr/>
        </p:nvGrpSpPr>
        <p:grpSpPr>
          <a:xfrm>
            <a:off x="1231657" y="2107236"/>
            <a:ext cx="4035471" cy="3386732"/>
            <a:chOff x="1295330" y="1868507"/>
            <a:chExt cx="4365503" cy="3647530"/>
          </a:xfrm>
        </p:grpSpPr>
        <p:grpSp>
          <p:nvGrpSpPr>
            <p:cNvPr id="402" name="Google Shape;402;p40"/>
            <p:cNvGrpSpPr/>
            <p:nvPr/>
          </p:nvGrpSpPr>
          <p:grpSpPr>
            <a:xfrm>
              <a:off x="1295330" y="1868507"/>
              <a:ext cx="4365503" cy="3647530"/>
              <a:chOff x="6679223" y="1947864"/>
              <a:chExt cx="3956410" cy="3325308"/>
            </a:xfrm>
          </p:grpSpPr>
          <p:grpSp>
            <p:nvGrpSpPr>
              <p:cNvPr id="403" name="Google Shape;403;p40"/>
              <p:cNvGrpSpPr/>
              <p:nvPr/>
            </p:nvGrpSpPr>
            <p:grpSpPr>
              <a:xfrm>
                <a:off x="7996402" y="4725653"/>
                <a:ext cx="1328920" cy="547519"/>
                <a:chOff x="7059929" y="5060917"/>
                <a:chExt cx="1328920" cy="547519"/>
              </a:xfrm>
            </p:grpSpPr>
            <p:sp>
              <p:nvSpPr>
                <p:cNvPr id="404" name="Google Shape;404;p40"/>
                <p:cNvSpPr/>
                <p:nvPr/>
              </p:nvSpPr>
              <p:spPr>
                <a:xfrm rot="10800000">
                  <a:off x="7059929" y="5578436"/>
                  <a:ext cx="1322100" cy="30000"/>
                </a:xfrm>
                <a:prstGeom prst="trapezoid">
                  <a:avLst>
                    <a:gd fmla="val 142327" name="adj"/>
                  </a:avLst>
                </a:prstGeom>
                <a:solidFill>
                  <a:srgbClr val="707887"/>
                </a:solidFill>
                <a:ln>
                  <a:noFill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" name="Google Shape;405;p40"/>
                <p:cNvSpPr/>
                <p:nvPr/>
              </p:nvSpPr>
              <p:spPr>
                <a:xfrm>
                  <a:off x="7187465" y="5060917"/>
                  <a:ext cx="1067100" cy="428400"/>
                </a:xfrm>
                <a:prstGeom prst="trapezoid">
                  <a:avLst>
                    <a:gd fmla="val 15083" name="adj"/>
                  </a:avLst>
                </a:prstGeom>
                <a:solidFill>
                  <a:srgbClr val="D8D8D8"/>
                </a:solidFill>
                <a:ln>
                  <a:noFill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" name="Google Shape;406;p40"/>
                <p:cNvSpPr/>
                <p:nvPr/>
              </p:nvSpPr>
              <p:spPr>
                <a:xfrm>
                  <a:off x="7066749" y="5488243"/>
                  <a:ext cx="1322100" cy="93600"/>
                </a:xfrm>
                <a:prstGeom prst="trapezoid">
                  <a:avLst>
                    <a:gd fmla="val 142327" name="adj"/>
                  </a:avLst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7" name="Google Shape;407;p40"/>
              <p:cNvGrpSpPr/>
              <p:nvPr/>
            </p:nvGrpSpPr>
            <p:grpSpPr>
              <a:xfrm>
                <a:off x="6679223" y="1947864"/>
                <a:ext cx="3956410" cy="2777787"/>
                <a:chOff x="5742750" y="2283128"/>
                <a:chExt cx="3956410" cy="2777787"/>
              </a:xfrm>
            </p:grpSpPr>
            <p:sp>
              <p:nvSpPr>
                <p:cNvPr id="408" name="Google Shape;408;p40"/>
                <p:cNvSpPr/>
                <p:nvPr/>
              </p:nvSpPr>
              <p:spPr>
                <a:xfrm>
                  <a:off x="5742760" y="2283128"/>
                  <a:ext cx="3956400" cy="2777700"/>
                </a:xfrm>
                <a:prstGeom prst="roundRect">
                  <a:avLst>
                    <a:gd fmla="val 3377" name="adj"/>
                  </a:avLst>
                </a:prstGeom>
                <a:solidFill>
                  <a:srgbClr val="262626"/>
                </a:solidFill>
                <a:ln cap="flat" cmpd="sng" w="12700">
                  <a:solidFill>
                    <a:srgbClr val="3935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" name="Google Shape;409;p40"/>
                <p:cNvSpPr/>
                <p:nvPr/>
              </p:nvSpPr>
              <p:spPr>
                <a:xfrm rot="10800000">
                  <a:off x="5742750" y="4752515"/>
                  <a:ext cx="3956400" cy="308400"/>
                </a:xfrm>
                <a:prstGeom prst="round2SameRect">
                  <a:avLst>
                    <a:gd fmla="val 19571" name="adj1"/>
                    <a:gd fmla="val 0" name="adj2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C6CFD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10" name="Google Shape;410;p40"/>
            <p:cNvSpPr/>
            <p:nvPr/>
          </p:nvSpPr>
          <p:spPr>
            <a:xfrm>
              <a:off x="3370018" y="1929853"/>
              <a:ext cx="108000" cy="108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1" name="Google Shape;411;p40" title="image.png"/>
          <p:cNvPicPr preferRelativeResize="0"/>
          <p:nvPr/>
        </p:nvPicPr>
        <p:blipFill rotWithShape="1">
          <a:blip r:embed="rId4">
            <a:alphaModFix/>
          </a:blip>
          <a:srcRect b="13616" l="0" r="0" t="13609"/>
          <a:stretch/>
        </p:blipFill>
        <p:spPr>
          <a:xfrm>
            <a:off x="1344725" y="2324400"/>
            <a:ext cx="3818347" cy="21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 txBox="1"/>
          <p:nvPr>
            <p:ph type="title"/>
          </p:nvPr>
        </p:nvSpPr>
        <p:spPr>
          <a:xfrm>
            <a:off x="1464125" y="593375"/>
            <a:ext cx="9000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30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Generisanje novih odluka</a:t>
            </a:r>
            <a:endParaRPr b="1" sz="31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7" name="Google Shape;417;p41" title="image.png"/>
          <p:cNvPicPr preferRelativeResize="0"/>
          <p:nvPr/>
        </p:nvPicPr>
        <p:blipFill rotWithShape="1">
          <a:blip r:embed="rId3">
            <a:alphaModFix/>
          </a:blip>
          <a:srcRect b="16383" l="0" r="0" t="16390"/>
          <a:stretch/>
        </p:blipFill>
        <p:spPr>
          <a:xfrm>
            <a:off x="1100250" y="1356875"/>
            <a:ext cx="9727750" cy="50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2"/>
          <p:cNvSpPr txBox="1"/>
          <p:nvPr>
            <p:ph type="ctrTitle"/>
          </p:nvPr>
        </p:nvSpPr>
        <p:spPr>
          <a:xfrm>
            <a:off x="2419200" y="2235150"/>
            <a:ext cx="7248000" cy="2387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Hvala na pažnji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0120_Memphis_Template_SlidesMani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F2F2F2"/>
      </a:lt2>
      <a:accent1>
        <a:srgbClr val="863880"/>
      </a:accent1>
      <a:accent2>
        <a:srgbClr val="AD5B9B"/>
      </a:accent2>
      <a:accent3>
        <a:srgbClr val="5193B7"/>
      </a:accent3>
      <a:accent4>
        <a:srgbClr val="2F5496"/>
      </a:accent4>
      <a:accent5>
        <a:srgbClr val="642860"/>
      </a:accent5>
      <a:accent6>
        <a:srgbClr val="1C4587"/>
      </a:accent6>
      <a:hlink>
        <a:srgbClr val="171717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